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clusive Sans"/>
      <p:regular r:id="rId27"/>
      <p:bold r:id="rId28"/>
      <p:italic r:id="rId29"/>
      <p:boldItalic r:id="rId30"/>
    </p:embeddedFont>
    <p:embeddedFont>
      <p:font typeface="Lexend Light"/>
      <p:regular r:id="rId31"/>
      <p:bold r:id="rId32"/>
    </p:embeddedFont>
    <p:embeddedFont>
      <p:font typeface="Nunito"/>
      <p:regular r:id="rId33"/>
      <p:bold r:id="rId34"/>
      <p:italic r:id="rId35"/>
      <p:boldItalic r:id="rId36"/>
    </p:embeddedFont>
    <p:embeddedFont>
      <p:font typeface="Maven Pro SemiBold"/>
      <p:regular r:id="rId37"/>
      <p:bold r:id="rId38"/>
    </p:embeddedFont>
    <p:embeddedFont>
      <p:font typeface="Instrument Sans SemiBold"/>
      <p:regular r:id="rId39"/>
      <p:bold r:id="rId40"/>
      <p:italic r:id="rId41"/>
      <p:boldItalic r:id="rId42"/>
    </p:embeddedFont>
    <p:embeddedFont>
      <p:font typeface="Fjalla One"/>
      <p:regular r:id="rId43"/>
    </p:embeddedFont>
    <p:embeddedFont>
      <p:font typeface="Maven Pro"/>
      <p:regular r:id="rId44"/>
      <p:bold r:id="rId45"/>
    </p:embeddedFont>
    <p:embeddedFont>
      <p:font typeface="Instrument Sans"/>
      <p:regular r:id="rId46"/>
      <p:bold r:id="rId47"/>
      <p:italic r:id="rId48"/>
      <p:boldItalic r:id="rId49"/>
    </p:embeddedFont>
    <p:embeddedFont>
      <p:font typeface="Outfit SemiBold"/>
      <p:regular r:id="rId50"/>
      <p:bold r:id="rId51"/>
    </p:embeddedFont>
    <p:embeddedFont>
      <p:font typeface="Lexend"/>
      <p:regular r:id="rId52"/>
      <p:bold r:id="rId53"/>
    </p:embeddedFont>
    <p:embeddedFont>
      <p:font typeface="Martel"/>
      <p:regular r:id="rId54"/>
      <p:bold r:id="rId55"/>
    </p:embeddedFont>
    <p:embeddedFont>
      <p:font typeface="Roboto"/>
      <p:regular r:id="rId56"/>
      <p:bold r:id="rId57"/>
      <p:italic r:id="rId58"/>
      <p:boldItalic r:id="rId59"/>
    </p:embeddedFont>
    <p:embeddedFont>
      <p:font typeface="Lato"/>
      <p:regular r:id="rId60"/>
      <p:bold r:id="rId61"/>
      <p:italic r:id="rId62"/>
      <p:boldItalic r:id="rId63"/>
    </p:embeddedFont>
    <p:embeddedFont>
      <p:font typeface="Outfit"/>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strumentSansSemiBold-bold.fntdata"/><Relationship Id="rId42" Type="http://schemas.openxmlformats.org/officeDocument/2006/relationships/font" Target="fonts/InstrumentSansSemiBold-boldItalic.fntdata"/><Relationship Id="rId41" Type="http://schemas.openxmlformats.org/officeDocument/2006/relationships/font" Target="fonts/InstrumentSansSemiBold-italic.fntdata"/><Relationship Id="rId44" Type="http://schemas.openxmlformats.org/officeDocument/2006/relationships/font" Target="fonts/MavenPro-regular.fntdata"/><Relationship Id="rId43" Type="http://schemas.openxmlformats.org/officeDocument/2006/relationships/font" Target="fonts/FjallaOne-regular.fntdata"/><Relationship Id="rId46" Type="http://schemas.openxmlformats.org/officeDocument/2006/relationships/font" Target="fonts/InstrumentSans-regular.fntdata"/><Relationship Id="rId45" Type="http://schemas.openxmlformats.org/officeDocument/2006/relationships/font" Target="fonts/MavenPr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strumentSans-italic.fntdata"/><Relationship Id="rId47" Type="http://schemas.openxmlformats.org/officeDocument/2006/relationships/font" Target="fonts/InstrumentSans-bold.fntdata"/><Relationship Id="rId49" Type="http://schemas.openxmlformats.org/officeDocument/2006/relationships/font" Target="fonts/Instrument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xendLight-regular.fntdata"/><Relationship Id="rId30" Type="http://schemas.openxmlformats.org/officeDocument/2006/relationships/font" Target="fonts/InclusiveSans-boldItalic.fntdata"/><Relationship Id="rId33" Type="http://schemas.openxmlformats.org/officeDocument/2006/relationships/font" Target="fonts/Nunito-regular.fntdata"/><Relationship Id="rId32" Type="http://schemas.openxmlformats.org/officeDocument/2006/relationships/font" Target="fonts/LexendLight-bold.fntdata"/><Relationship Id="rId35" Type="http://schemas.openxmlformats.org/officeDocument/2006/relationships/font" Target="fonts/Nunito-italic.fntdata"/><Relationship Id="rId34" Type="http://schemas.openxmlformats.org/officeDocument/2006/relationships/font" Target="fonts/Nunito-bold.fntdata"/><Relationship Id="rId37" Type="http://schemas.openxmlformats.org/officeDocument/2006/relationships/font" Target="fonts/MavenProSemiBold-regular.fntdata"/><Relationship Id="rId36" Type="http://schemas.openxmlformats.org/officeDocument/2006/relationships/font" Target="fonts/Nunito-boldItalic.fntdata"/><Relationship Id="rId39" Type="http://schemas.openxmlformats.org/officeDocument/2006/relationships/font" Target="fonts/InstrumentSansSemiBold-regular.fntdata"/><Relationship Id="rId38" Type="http://schemas.openxmlformats.org/officeDocument/2006/relationships/font" Target="fonts/MavenProSemiBold-bold.fntdata"/><Relationship Id="rId62" Type="http://schemas.openxmlformats.org/officeDocument/2006/relationships/font" Target="fonts/Lato-italic.fntdata"/><Relationship Id="rId61" Type="http://schemas.openxmlformats.org/officeDocument/2006/relationships/font" Target="fonts/Lato-bold.fntdata"/><Relationship Id="rId20" Type="http://schemas.openxmlformats.org/officeDocument/2006/relationships/slide" Target="slides/slide15.xml"/><Relationship Id="rId64" Type="http://schemas.openxmlformats.org/officeDocument/2006/relationships/font" Target="fonts/Outfit-regular.fntdata"/><Relationship Id="rId63" Type="http://schemas.openxmlformats.org/officeDocument/2006/relationships/font" Target="fonts/Lato-boldItalic.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Outfit-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clusiveSans-bold.fntdata"/><Relationship Id="rId27" Type="http://schemas.openxmlformats.org/officeDocument/2006/relationships/font" Target="fonts/InclusiveSans-regular.fntdata"/><Relationship Id="rId29" Type="http://schemas.openxmlformats.org/officeDocument/2006/relationships/font" Target="fonts/InclusiveSans-italic.fntdata"/><Relationship Id="rId51" Type="http://schemas.openxmlformats.org/officeDocument/2006/relationships/font" Target="fonts/OutfitSemiBold-bold.fntdata"/><Relationship Id="rId50" Type="http://schemas.openxmlformats.org/officeDocument/2006/relationships/font" Target="fonts/OutfitSemiBold-regular.fntdata"/><Relationship Id="rId53" Type="http://schemas.openxmlformats.org/officeDocument/2006/relationships/font" Target="fonts/Lexend-bold.fntdata"/><Relationship Id="rId52" Type="http://schemas.openxmlformats.org/officeDocument/2006/relationships/font" Target="fonts/Lexend-regular.fntdata"/><Relationship Id="rId11" Type="http://schemas.openxmlformats.org/officeDocument/2006/relationships/slide" Target="slides/slide6.xml"/><Relationship Id="rId55" Type="http://schemas.openxmlformats.org/officeDocument/2006/relationships/font" Target="fonts/Martel-bold.fntdata"/><Relationship Id="rId10" Type="http://schemas.openxmlformats.org/officeDocument/2006/relationships/slide" Target="slides/slide5.xml"/><Relationship Id="rId54" Type="http://schemas.openxmlformats.org/officeDocument/2006/relationships/font" Target="fonts/Martel-regular.fntdata"/><Relationship Id="rId13" Type="http://schemas.openxmlformats.org/officeDocument/2006/relationships/slide" Target="slides/slide8.xml"/><Relationship Id="rId57" Type="http://schemas.openxmlformats.org/officeDocument/2006/relationships/font" Target="fonts/Roboto-bold.fntdata"/><Relationship Id="rId12" Type="http://schemas.openxmlformats.org/officeDocument/2006/relationships/slide" Target="slides/slide7.xml"/><Relationship Id="rId56" Type="http://schemas.openxmlformats.org/officeDocument/2006/relationships/font" Target="fonts/Roboto-regular.fntdata"/><Relationship Id="rId15" Type="http://schemas.openxmlformats.org/officeDocument/2006/relationships/slide" Target="slides/slide10.xml"/><Relationship Id="rId59" Type="http://schemas.openxmlformats.org/officeDocument/2006/relationships/font" Target="fonts/Roboto-boldItalic.fntdata"/><Relationship Id="rId14" Type="http://schemas.openxmlformats.org/officeDocument/2006/relationships/slide" Target="slides/slide9.xml"/><Relationship Id="rId58"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bd40441052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g3bd40441052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cbe5594c5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cbe5594c5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c0a9aac5d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c0a9aac5d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c0c907ea2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c0c907ea2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c0c907ea2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c0c907ea2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c0c907ea2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c0c907ea2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cbe5594c5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cbe5594c5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c0c907ea2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c0c907ea2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c0c907ea2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c0c907ea2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c0c907ea2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c0c907ea2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c0c907ea2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c0c907ea2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c0c907ea2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c0c907ea2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c0c907ea2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c0c907ea2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c0c907ea2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c0c907ea2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c0c907ea2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c0c907ea2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be5594c5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cbe5594c5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cbe5594c5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cbe5594c5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cbe5594c5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cbe5594c5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be5594c5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cbe5594c5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be5594c5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cbe5594c5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cc06a4852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cc06a4852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10" name="Shape 10"/>
        <p:cNvGrpSpPr/>
        <p:nvPr/>
      </p:nvGrpSpPr>
      <p:grpSpPr>
        <a:xfrm>
          <a:off x="0" y="0"/>
          <a:ext cx="0" cy="0"/>
          <a:chOff x="0" y="0"/>
          <a:chExt cx="0" cy="0"/>
        </a:xfrm>
      </p:grpSpPr>
      <p:grpSp>
        <p:nvGrpSpPr>
          <p:cNvPr id="11" name="Google Shape;11;p2"/>
          <p:cNvGrpSpPr/>
          <p:nvPr/>
        </p:nvGrpSpPr>
        <p:grpSpPr>
          <a:xfrm>
            <a:off x="7343003" y="3409675"/>
            <a:ext cx="1691422" cy="1732548"/>
            <a:chOff x="7343003" y="3409675"/>
            <a:chExt cx="1691422" cy="1732548"/>
          </a:xfrm>
        </p:grpSpPr>
        <p:grpSp>
          <p:nvGrpSpPr>
            <p:cNvPr id="12" name="Google Shape;12;p2"/>
            <p:cNvGrpSpPr/>
            <p:nvPr/>
          </p:nvGrpSpPr>
          <p:grpSpPr>
            <a:xfrm>
              <a:off x="7343003" y="4453711"/>
              <a:ext cx="316800" cy="688513"/>
              <a:chOff x="7343003" y="4453711"/>
              <a:chExt cx="316800" cy="688513"/>
            </a:xfrm>
          </p:grpSpPr>
          <p:sp>
            <p:nvSpPr>
              <p:cNvPr id="13" name="Google Shape;13;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 name="Google Shape;15;p2"/>
            <p:cNvGrpSpPr/>
            <p:nvPr/>
          </p:nvGrpSpPr>
          <p:grpSpPr>
            <a:xfrm>
              <a:off x="7801210" y="4105700"/>
              <a:ext cx="316800" cy="1036523"/>
              <a:chOff x="7801210" y="4105700"/>
              <a:chExt cx="316800" cy="1036523"/>
            </a:xfrm>
          </p:grpSpPr>
          <p:sp>
            <p:nvSpPr>
              <p:cNvPr id="16" name="Google Shape;16;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
            <p:cNvGrpSpPr/>
            <p:nvPr/>
          </p:nvGrpSpPr>
          <p:grpSpPr>
            <a:xfrm>
              <a:off x="8259418" y="3757688"/>
              <a:ext cx="316800" cy="1384535"/>
              <a:chOff x="8259418" y="3757688"/>
              <a:chExt cx="316800" cy="1384535"/>
            </a:xfrm>
          </p:grpSpPr>
          <p:sp>
            <p:nvSpPr>
              <p:cNvPr id="20" name="Google Shape;20;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a:off x="8717625" y="3409675"/>
              <a:ext cx="316800" cy="1732548"/>
              <a:chOff x="8717625" y="3409675"/>
              <a:chExt cx="316800" cy="1732548"/>
            </a:xfrm>
          </p:grpSpPr>
          <p:sp>
            <p:nvSpPr>
              <p:cNvPr id="25" name="Google Shape;25;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 name="Google Shape;30;p2"/>
          <p:cNvGrpSpPr/>
          <p:nvPr/>
        </p:nvGrpSpPr>
        <p:grpSpPr>
          <a:xfrm>
            <a:off x="5043503" y="0"/>
            <a:ext cx="3814072" cy="3839102"/>
            <a:chOff x="5043503" y="0"/>
            <a:chExt cx="3814072" cy="3839102"/>
          </a:xfrm>
        </p:grpSpPr>
        <p:sp>
          <p:nvSpPr>
            <p:cNvPr id="31" name="Google Shape;31;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2"/>
            <p:cNvGrpSpPr/>
            <p:nvPr/>
          </p:nvGrpSpPr>
          <p:grpSpPr>
            <a:xfrm>
              <a:off x="7647812" y="2704283"/>
              <a:ext cx="635219" cy="635219"/>
              <a:chOff x="6725724" y="2701260"/>
              <a:chExt cx="1208101" cy="1208100"/>
            </a:xfrm>
          </p:grpSpPr>
          <p:sp>
            <p:nvSpPr>
              <p:cNvPr id="34" name="Google Shape;34;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 name="Google Shape;38;p2"/>
            <p:cNvGrpSpPr/>
            <p:nvPr/>
          </p:nvGrpSpPr>
          <p:grpSpPr>
            <a:xfrm>
              <a:off x="7952720" y="179238"/>
              <a:ext cx="873165" cy="873003"/>
              <a:chOff x="7754428" y="208725"/>
              <a:chExt cx="541800" cy="541800"/>
            </a:xfrm>
          </p:grpSpPr>
          <p:sp>
            <p:nvSpPr>
              <p:cNvPr id="39" name="Google Shape;39;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 name="Google Shape;41;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8" name="Google Shape;48;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9" name="Google Shape;49;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0" name="Shape 50"/>
        <p:cNvGrpSpPr/>
        <p:nvPr/>
      </p:nvGrpSpPr>
      <p:grpSpPr>
        <a:xfrm>
          <a:off x="0" y="0"/>
          <a:ext cx="0" cy="0"/>
          <a:chOff x="0" y="0"/>
          <a:chExt cx="0" cy="0"/>
        </a:xfrm>
      </p:grpSpPr>
      <p:grpSp>
        <p:nvGrpSpPr>
          <p:cNvPr id="51" name="Google Shape;51;p3"/>
          <p:cNvGrpSpPr/>
          <p:nvPr/>
        </p:nvGrpSpPr>
        <p:grpSpPr>
          <a:xfrm>
            <a:off x="146769" y="3406"/>
            <a:ext cx="1233215" cy="1384535"/>
            <a:chOff x="146769" y="3406"/>
            <a:chExt cx="1233215" cy="1384535"/>
          </a:xfrm>
        </p:grpSpPr>
        <p:grpSp>
          <p:nvGrpSpPr>
            <p:cNvPr id="52" name="Google Shape;52;p3"/>
            <p:cNvGrpSpPr/>
            <p:nvPr/>
          </p:nvGrpSpPr>
          <p:grpSpPr>
            <a:xfrm>
              <a:off x="1063183" y="3406"/>
              <a:ext cx="316800" cy="688513"/>
              <a:chOff x="1063183" y="3406"/>
              <a:chExt cx="316800" cy="688513"/>
            </a:xfrm>
          </p:grpSpPr>
          <p:sp>
            <p:nvSpPr>
              <p:cNvPr id="53" name="Google Shape;53;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3"/>
            <p:cNvGrpSpPr/>
            <p:nvPr/>
          </p:nvGrpSpPr>
          <p:grpSpPr>
            <a:xfrm>
              <a:off x="604976" y="3406"/>
              <a:ext cx="316800" cy="1036524"/>
              <a:chOff x="604976" y="3406"/>
              <a:chExt cx="316800" cy="1036524"/>
            </a:xfrm>
          </p:grpSpPr>
          <p:sp>
            <p:nvSpPr>
              <p:cNvPr id="56" name="Google Shape;56;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 name="Google Shape;59;p3"/>
            <p:cNvGrpSpPr/>
            <p:nvPr/>
          </p:nvGrpSpPr>
          <p:grpSpPr>
            <a:xfrm>
              <a:off x="146769" y="3406"/>
              <a:ext cx="316800" cy="1384535"/>
              <a:chOff x="146769" y="3406"/>
              <a:chExt cx="316800" cy="1384535"/>
            </a:xfrm>
          </p:grpSpPr>
          <p:sp>
            <p:nvSpPr>
              <p:cNvPr id="60" name="Google Shape;60;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4" name="Google Shape;64;p3"/>
          <p:cNvGrpSpPr/>
          <p:nvPr/>
        </p:nvGrpSpPr>
        <p:grpSpPr>
          <a:xfrm>
            <a:off x="6775084" y="2904008"/>
            <a:ext cx="2186148" cy="2239500"/>
            <a:chOff x="6775084" y="2904008"/>
            <a:chExt cx="2186148" cy="2239500"/>
          </a:xfrm>
        </p:grpSpPr>
        <p:grpSp>
          <p:nvGrpSpPr>
            <p:cNvPr id="65" name="Google Shape;65;p3"/>
            <p:cNvGrpSpPr/>
            <p:nvPr/>
          </p:nvGrpSpPr>
          <p:grpSpPr>
            <a:xfrm>
              <a:off x="6775084" y="4253708"/>
              <a:ext cx="409500" cy="889800"/>
              <a:chOff x="6775084" y="4253708"/>
              <a:chExt cx="409500" cy="889800"/>
            </a:xfrm>
          </p:grpSpPr>
          <p:sp>
            <p:nvSpPr>
              <p:cNvPr id="66" name="Google Shape;66;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 name="Google Shape;68;p3"/>
            <p:cNvGrpSpPr/>
            <p:nvPr/>
          </p:nvGrpSpPr>
          <p:grpSpPr>
            <a:xfrm>
              <a:off x="7367299" y="3804008"/>
              <a:ext cx="409500" cy="1339500"/>
              <a:chOff x="7367299" y="3804008"/>
              <a:chExt cx="409500" cy="1339500"/>
            </a:xfrm>
          </p:grpSpPr>
          <p:sp>
            <p:nvSpPr>
              <p:cNvPr id="69" name="Google Shape;69;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 name="Google Shape;72;p3"/>
            <p:cNvGrpSpPr/>
            <p:nvPr/>
          </p:nvGrpSpPr>
          <p:grpSpPr>
            <a:xfrm>
              <a:off x="7959516" y="3354008"/>
              <a:ext cx="409500" cy="1789500"/>
              <a:chOff x="7959516" y="3354008"/>
              <a:chExt cx="409500" cy="1789500"/>
            </a:xfrm>
          </p:grpSpPr>
          <p:sp>
            <p:nvSpPr>
              <p:cNvPr id="73" name="Google Shape;73;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3"/>
            <p:cNvGrpSpPr/>
            <p:nvPr/>
          </p:nvGrpSpPr>
          <p:grpSpPr>
            <a:xfrm>
              <a:off x="8551731" y="2904008"/>
              <a:ext cx="409500" cy="2239500"/>
              <a:chOff x="8551731" y="2904008"/>
              <a:chExt cx="409500" cy="2239500"/>
            </a:xfrm>
          </p:grpSpPr>
          <p:sp>
            <p:nvSpPr>
              <p:cNvPr id="78" name="Google Shape;78;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 name="Google Shape;83;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4" name="Google Shape;84;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grpSp>
        <p:nvGrpSpPr>
          <p:cNvPr id="86" name="Google Shape;86;p4"/>
          <p:cNvGrpSpPr/>
          <p:nvPr/>
        </p:nvGrpSpPr>
        <p:grpSpPr>
          <a:xfrm>
            <a:off x="625966" y="299376"/>
            <a:ext cx="999312" cy="999312"/>
            <a:chOff x="348199" y="179450"/>
            <a:chExt cx="1116300" cy="1116300"/>
          </a:xfrm>
        </p:grpSpPr>
        <p:sp>
          <p:nvSpPr>
            <p:cNvPr id="87" name="Google Shape;87;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Outfit"/>
              <a:buNone/>
              <a:defRPr>
                <a:latin typeface="Outfit"/>
                <a:ea typeface="Outfit"/>
                <a:cs typeface="Outfit"/>
                <a:sym typeface="Outfi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Font typeface="Lato"/>
              <a:buChar char="●"/>
              <a:defRPr>
                <a:latin typeface="Lato"/>
                <a:ea typeface="Lato"/>
                <a:cs typeface="Lato"/>
                <a:sym typeface="Lato"/>
              </a:defRPr>
            </a:lvl1pPr>
            <a:lvl2pPr indent="-298450" lvl="1" marL="914400">
              <a:spcBef>
                <a:spcPts val="0"/>
              </a:spcBef>
              <a:spcAft>
                <a:spcPts val="0"/>
              </a:spcAft>
              <a:buSzPts val="1100"/>
              <a:buFont typeface="Lato"/>
              <a:buChar char="○"/>
              <a:defRPr>
                <a:latin typeface="Lato"/>
                <a:ea typeface="Lato"/>
                <a:cs typeface="Lato"/>
                <a:sym typeface="Lato"/>
              </a:defRPr>
            </a:lvl2pPr>
            <a:lvl3pPr indent="-298450" lvl="2" marL="1371600">
              <a:spcBef>
                <a:spcPts val="0"/>
              </a:spcBef>
              <a:spcAft>
                <a:spcPts val="0"/>
              </a:spcAft>
              <a:buSzPts val="1100"/>
              <a:buFont typeface="Lato"/>
              <a:buChar char="■"/>
              <a:defRPr>
                <a:latin typeface="Lato"/>
                <a:ea typeface="Lato"/>
                <a:cs typeface="Lato"/>
                <a:sym typeface="Lato"/>
              </a:defRPr>
            </a:lvl3pPr>
            <a:lvl4pPr indent="-298450" lvl="3" marL="1828800">
              <a:spcBef>
                <a:spcPts val="0"/>
              </a:spcBef>
              <a:spcAft>
                <a:spcPts val="0"/>
              </a:spcAft>
              <a:buSzPts val="1100"/>
              <a:buFont typeface="Lato"/>
              <a:buChar char="●"/>
              <a:defRPr>
                <a:latin typeface="Lato"/>
                <a:ea typeface="Lato"/>
                <a:cs typeface="Lato"/>
                <a:sym typeface="Lato"/>
              </a:defRPr>
            </a:lvl4pPr>
            <a:lvl5pPr indent="-298450" lvl="4" marL="2286000">
              <a:spcBef>
                <a:spcPts val="0"/>
              </a:spcBef>
              <a:spcAft>
                <a:spcPts val="0"/>
              </a:spcAft>
              <a:buSzPts val="1100"/>
              <a:buFont typeface="Lato"/>
              <a:buChar char="○"/>
              <a:defRPr>
                <a:latin typeface="Lato"/>
                <a:ea typeface="Lato"/>
                <a:cs typeface="Lato"/>
                <a:sym typeface="Lato"/>
              </a:defRPr>
            </a:lvl5pPr>
            <a:lvl6pPr indent="-298450" lvl="5" marL="2743200">
              <a:spcBef>
                <a:spcPts val="0"/>
              </a:spcBef>
              <a:spcAft>
                <a:spcPts val="0"/>
              </a:spcAft>
              <a:buSzPts val="1100"/>
              <a:buFont typeface="Lato"/>
              <a:buChar char="■"/>
              <a:defRPr>
                <a:latin typeface="Lato"/>
                <a:ea typeface="Lato"/>
                <a:cs typeface="Lato"/>
                <a:sym typeface="Lato"/>
              </a:defRPr>
            </a:lvl6pPr>
            <a:lvl7pPr indent="-298450" lvl="6" marL="3200400">
              <a:spcBef>
                <a:spcPts val="0"/>
              </a:spcBef>
              <a:spcAft>
                <a:spcPts val="0"/>
              </a:spcAft>
              <a:buSzPts val="1100"/>
              <a:buFont typeface="Lato"/>
              <a:buChar char="●"/>
              <a:defRPr>
                <a:latin typeface="Lato"/>
                <a:ea typeface="Lato"/>
                <a:cs typeface="Lato"/>
                <a:sym typeface="Lato"/>
              </a:defRPr>
            </a:lvl7pPr>
            <a:lvl8pPr indent="-298450" lvl="7" marL="3657600">
              <a:spcBef>
                <a:spcPts val="0"/>
              </a:spcBef>
              <a:spcAft>
                <a:spcPts val="0"/>
              </a:spcAft>
              <a:buSzPts val="1100"/>
              <a:buFont typeface="Lato"/>
              <a:buChar char="○"/>
              <a:defRPr>
                <a:latin typeface="Lato"/>
                <a:ea typeface="Lato"/>
                <a:cs typeface="Lato"/>
                <a:sym typeface="Lato"/>
              </a:defRPr>
            </a:lvl8pPr>
            <a:lvl9pPr indent="-298450" lvl="8" marL="4114800">
              <a:spcBef>
                <a:spcPts val="0"/>
              </a:spcBef>
              <a:spcAft>
                <a:spcPts val="0"/>
              </a:spcAft>
              <a:buSzPts val="1100"/>
              <a:buFont typeface="Lato"/>
              <a:buChar char="■"/>
              <a:defRPr>
                <a:latin typeface="Lato"/>
                <a:ea typeface="Lato"/>
                <a:cs typeface="Lato"/>
                <a:sym typeface="Lato"/>
              </a:defRPr>
            </a:lvl9pPr>
          </a:lstStyle>
          <a:p/>
        </p:txBody>
      </p:sp>
      <p:sp>
        <p:nvSpPr>
          <p:cNvPr id="91" name="Google Shape;91;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 name="Shape 92"/>
        <p:cNvGrpSpPr/>
        <p:nvPr/>
      </p:nvGrpSpPr>
      <p:grpSpPr>
        <a:xfrm>
          <a:off x="0" y="0"/>
          <a:ext cx="0" cy="0"/>
          <a:chOff x="0" y="0"/>
          <a:chExt cx="0" cy="0"/>
        </a:xfrm>
      </p:grpSpPr>
      <p:grpSp>
        <p:nvGrpSpPr>
          <p:cNvPr id="93" name="Google Shape;93;p5"/>
          <p:cNvGrpSpPr/>
          <p:nvPr/>
        </p:nvGrpSpPr>
        <p:grpSpPr>
          <a:xfrm>
            <a:off x="625966" y="299376"/>
            <a:ext cx="999312" cy="999312"/>
            <a:chOff x="348199" y="179450"/>
            <a:chExt cx="1116300" cy="1116300"/>
          </a:xfrm>
        </p:grpSpPr>
        <p:sp>
          <p:nvSpPr>
            <p:cNvPr id="94" name="Google Shape;94;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grpSp>
        <p:nvGrpSpPr>
          <p:cNvPr id="101" name="Google Shape;101;p6"/>
          <p:cNvGrpSpPr/>
          <p:nvPr/>
        </p:nvGrpSpPr>
        <p:grpSpPr>
          <a:xfrm>
            <a:off x="625966" y="299376"/>
            <a:ext cx="999312" cy="999312"/>
            <a:chOff x="348199" y="179450"/>
            <a:chExt cx="1116300" cy="1116300"/>
          </a:xfrm>
        </p:grpSpPr>
        <p:sp>
          <p:nvSpPr>
            <p:cNvPr id="102" name="Google Shape;102;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 name="Google Shape;105;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6" name="Shape 106"/>
        <p:cNvGrpSpPr/>
        <p:nvPr/>
      </p:nvGrpSpPr>
      <p:grpSpPr>
        <a:xfrm>
          <a:off x="0" y="0"/>
          <a:ext cx="0" cy="0"/>
          <a:chOff x="0" y="0"/>
          <a:chExt cx="0" cy="0"/>
        </a:xfrm>
      </p:grpSpPr>
      <p:grpSp>
        <p:nvGrpSpPr>
          <p:cNvPr id="107" name="Google Shape;107;p7"/>
          <p:cNvGrpSpPr/>
          <p:nvPr/>
        </p:nvGrpSpPr>
        <p:grpSpPr>
          <a:xfrm>
            <a:off x="625966" y="299376"/>
            <a:ext cx="999312" cy="999312"/>
            <a:chOff x="348199" y="179450"/>
            <a:chExt cx="1116300" cy="1116300"/>
          </a:xfrm>
        </p:grpSpPr>
        <p:sp>
          <p:nvSpPr>
            <p:cNvPr id="108" name="Google Shape;108;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1" name="Google Shape;111;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2" name="Google Shape;112;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3" name="Shape 113"/>
        <p:cNvGrpSpPr/>
        <p:nvPr/>
      </p:nvGrpSpPr>
      <p:grpSpPr>
        <a:xfrm>
          <a:off x="0" y="0"/>
          <a:ext cx="0" cy="0"/>
          <a:chOff x="0" y="0"/>
          <a:chExt cx="0" cy="0"/>
        </a:xfrm>
      </p:grpSpPr>
      <p:grpSp>
        <p:nvGrpSpPr>
          <p:cNvPr id="114" name="Google Shape;114;p8"/>
          <p:cNvGrpSpPr/>
          <p:nvPr/>
        </p:nvGrpSpPr>
        <p:grpSpPr>
          <a:xfrm>
            <a:off x="6866714" y="1306"/>
            <a:ext cx="2267451" cy="2601690"/>
            <a:chOff x="6790514" y="1306"/>
            <a:chExt cx="2267451" cy="2601690"/>
          </a:xfrm>
        </p:grpSpPr>
        <p:grpSp>
          <p:nvGrpSpPr>
            <p:cNvPr id="115" name="Google Shape;115;p8"/>
            <p:cNvGrpSpPr/>
            <p:nvPr/>
          </p:nvGrpSpPr>
          <p:grpSpPr>
            <a:xfrm>
              <a:off x="7067465" y="1306"/>
              <a:ext cx="1990500" cy="1990200"/>
              <a:chOff x="7067465" y="1306"/>
              <a:chExt cx="1990500" cy="1990200"/>
            </a:xfrm>
          </p:grpSpPr>
          <p:sp>
            <p:nvSpPr>
              <p:cNvPr id="116" name="Google Shape;116;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8"/>
            <p:cNvGrpSpPr/>
            <p:nvPr/>
          </p:nvGrpSpPr>
          <p:grpSpPr>
            <a:xfrm>
              <a:off x="8207126" y="1807996"/>
              <a:ext cx="795000" cy="795000"/>
              <a:chOff x="8207126" y="1807996"/>
              <a:chExt cx="795000" cy="795000"/>
            </a:xfrm>
          </p:grpSpPr>
          <p:sp>
            <p:nvSpPr>
              <p:cNvPr id="120" name="Google Shape;120;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 name="Google Shape;123;p8"/>
            <p:cNvGrpSpPr/>
            <p:nvPr/>
          </p:nvGrpSpPr>
          <p:grpSpPr>
            <a:xfrm>
              <a:off x="6790514" y="118857"/>
              <a:ext cx="548700" cy="548700"/>
              <a:chOff x="6790514" y="118857"/>
              <a:chExt cx="548700" cy="548700"/>
            </a:xfrm>
          </p:grpSpPr>
          <p:sp>
            <p:nvSpPr>
              <p:cNvPr id="124" name="Google Shape;124;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6" name="Google Shape;126;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7" name="Google Shape;127;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grpSp>
        <p:nvGrpSpPr>
          <p:cNvPr id="129" name="Google Shape;129;p9"/>
          <p:cNvGrpSpPr/>
          <p:nvPr/>
        </p:nvGrpSpPr>
        <p:grpSpPr>
          <a:xfrm>
            <a:off x="625966" y="299376"/>
            <a:ext cx="999312" cy="999312"/>
            <a:chOff x="348199" y="179450"/>
            <a:chExt cx="1116300" cy="1116300"/>
          </a:xfrm>
        </p:grpSpPr>
        <p:sp>
          <p:nvSpPr>
            <p:cNvPr id="130" name="Google Shape;130;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 name="Google Shape;133;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4" name="Google Shape;134;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5" name="Google Shape;135;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grpSp>
        <p:nvGrpSpPr>
          <p:cNvPr id="137" name="Google Shape;137;p10"/>
          <p:cNvGrpSpPr/>
          <p:nvPr/>
        </p:nvGrpSpPr>
        <p:grpSpPr>
          <a:xfrm>
            <a:off x="713373" y="3847119"/>
            <a:ext cx="825392" cy="825392"/>
            <a:chOff x="348199" y="179450"/>
            <a:chExt cx="1116300" cy="1116300"/>
          </a:xfrm>
        </p:grpSpPr>
        <p:sp>
          <p:nvSpPr>
            <p:cNvPr id="138" name="Google Shape;138;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1" name="Google Shape;141;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2" name="Shape 142"/>
        <p:cNvGrpSpPr/>
        <p:nvPr/>
      </p:nvGrpSpPr>
      <p:grpSpPr>
        <a:xfrm>
          <a:off x="0" y="0"/>
          <a:ext cx="0" cy="0"/>
          <a:chOff x="0" y="0"/>
          <a:chExt cx="0" cy="0"/>
        </a:xfrm>
      </p:grpSpPr>
      <p:grpSp>
        <p:nvGrpSpPr>
          <p:cNvPr id="143" name="Google Shape;143;p11"/>
          <p:cNvGrpSpPr/>
          <p:nvPr/>
        </p:nvGrpSpPr>
        <p:grpSpPr>
          <a:xfrm>
            <a:off x="52" y="4099200"/>
            <a:ext cx="9144036" cy="1044300"/>
            <a:chOff x="52" y="4099200"/>
            <a:chExt cx="9144036" cy="1044300"/>
          </a:xfrm>
        </p:grpSpPr>
        <p:grpSp>
          <p:nvGrpSpPr>
            <p:cNvPr id="144" name="Google Shape;144;p11"/>
            <p:cNvGrpSpPr/>
            <p:nvPr/>
          </p:nvGrpSpPr>
          <p:grpSpPr>
            <a:xfrm>
              <a:off x="52" y="4309200"/>
              <a:ext cx="231622" cy="834300"/>
              <a:chOff x="2688737" y="4301380"/>
              <a:chExt cx="231900" cy="834300"/>
            </a:xfrm>
          </p:grpSpPr>
          <p:sp>
            <p:nvSpPr>
              <p:cNvPr id="145" name="Google Shape;14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 name="Google Shape;149;p11"/>
            <p:cNvGrpSpPr/>
            <p:nvPr/>
          </p:nvGrpSpPr>
          <p:grpSpPr>
            <a:xfrm>
              <a:off x="371406" y="4099200"/>
              <a:ext cx="231622" cy="1044300"/>
              <a:chOff x="2688737" y="4091380"/>
              <a:chExt cx="231900" cy="1044300"/>
            </a:xfrm>
          </p:grpSpPr>
          <p:sp>
            <p:nvSpPr>
              <p:cNvPr id="150" name="Google Shape;15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11"/>
            <p:cNvGrpSpPr/>
            <p:nvPr/>
          </p:nvGrpSpPr>
          <p:grpSpPr>
            <a:xfrm>
              <a:off x="742761" y="4309200"/>
              <a:ext cx="231622" cy="834300"/>
              <a:chOff x="2688737" y="4301380"/>
              <a:chExt cx="231900" cy="834300"/>
            </a:xfrm>
          </p:grpSpPr>
          <p:sp>
            <p:nvSpPr>
              <p:cNvPr id="156" name="Google Shape;156;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11"/>
            <p:cNvGrpSpPr/>
            <p:nvPr/>
          </p:nvGrpSpPr>
          <p:grpSpPr>
            <a:xfrm>
              <a:off x="1114115" y="4518900"/>
              <a:ext cx="231622" cy="624600"/>
              <a:chOff x="2688737" y="4511080"/>
              <a:chExt cx="231900" cy="624600"/>
            </a:xfrm>
          </p:grpSpPr>
          <p:sp>
            <p:nvSpPr>
              <p:cNvPr id="161" name="Google Shape;161;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11"/>
            <p:cNvGrpSpPr/>
            <p:nvPr/>
          </p:nvGrpSpPr>
          <p:grpSpPr>
            <a:xfrm>
              <a:off x="1856753" y="4099200"/>
              <a:ext cx="231600" cy="1044300"/>
              <a:chOff x="1856753" y="4099200"/>
              <a:chExt cx="231600" cy="1044300"/>
            </a:xfrm>
          </p:grpSpPr>
          <p:sp>
            <p:nvSpPr>
              <p:cNvPr id="165" name="Google Shape;165;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11"/>
            <p:cNvGrpSpPr/>
            <p:nvPr/>
          </p:nvGrpSpPr>
          <p:grpSpPr>
            <a:xfrm>
              <a:off x="2228107" y="4309200"/>
              <a:ext cx="231600" cy="834300"/>
              <a:chOff x="2228107" y="4309200"/>
              <a:chExt cx="231600" cy="834300"/>
            </a:xfrm>
          </p:grpSpPr>
          <p:sp>
            <p:nvSpPr>
              <p:cNvPr id="171" name="Google Shape;171;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 name="Google Shape;175;p11"/>
            <p:cNvGrpSpPr/>
            <p:nvPr/>
          </p:nvGrpSpPr>
          <p:grpSpPr>
            <a:xfrm>
              <a:off x="2599462" y="4518900"/>
              <a:ext cx="231600" cy="624600"/>
              <a:chOff x="2599462" y="4518900"/>
              <a:chExt cx="231600" cy="624600"/>
            </a:xfrm>
          </p:grpSpPr>
          <p:sp>
            <p:nvSpPr>
              <p:cNvPr id="176" name="Google Shape;176;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 name="Google Shape;179;p11"/>
            <p:cNvGrpSpPr/>
            <p:nvPr/>
          </p:nvGrpSpPr>
          <p:grpSpPr>
            <a:xfrm>
              <a:off x="3342171" y="4099200"/>
              <a:ext cx="231600" cy="1044300"/>
              <a:chOff x="3342171" y="4099200"/>
              <a:chExt cx="231600" cy="1044300"/>
            </a:xfrm>
          </p:grpSpPr>
          <p:sp>
            <p:nvSpPr>
              <p:cNvPr id="180" name="Google Shape;180;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 name="Google Shape;185;p11"/>
            <p:cNvGrpSpPr/>
            <p:nvPr/>
          </p:nvGrpSpPr>
          <p:grpSpPr>
            <a:xfrm>
              <a:off x="3713525" y="4309200"/>
              <a:ext cx="231600" cy="834300"/>
              <a:chOff x="3713525" y="4309200"/>
              <a:chExt cx="231600" cy="834300"/>
            </a:xfrm>
          </p:grpSpPr>
          <p:sp>
            <p:nvSpPr>
              <p:cNvPr id="186" name="Google Shape;186;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 name="Google Shape;190;p11"/>
            <p:cNvGrpSpPr/>
            <p:nvPr/>
          </p:nvGrpSpPr>
          <p:grpSpPr>
            <a:xfrm>
              <a:off x="1485398" y="4309200"/>
              <a:ext cx="231600" cy="834300"/>
              <a:chOff x="1485398" y="4309200"/>
              <a:chExt cx="231600" cy="834300"/>
            </a:xfrm>
          </p:grpSpPr>
          <p:sp>
            <p:nvSpPr>
              <p:cNvPr id="191" name="Google Shape;191;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 name="Google Shape;195;p11"/>
            <p:cNvGrpSpPr/>
            <p:nvPr/>
          </p:nvGrpSpPr>
          <p:grpSpPr>
            <a:xfrm>
              <a:off x="4084879" y="4518900"/>
              <a:ext cx="231600" cy="624600"/>
              <a:chOff x="4084879" y="4518900"/>
              <a:chExt cx="231600" cy="624600"/>
            </a:xfrm>
          </p:grpSpPr>
          <p:sp>
            <p:nvSpPr>
              <p:cNvPr id="196" name="Google Shape;196;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11"/>
            <p:cNvGrpSpPr/>
            <p:nvPr/>
          </p:nvGrpSpPr>
          <p:grpSpPr>
            <a:xfrm>
              <a:off x="2970816" y="4309200"/>
              <a:ext cx="231600" cy="834300"/>
              <a:chOff x="2970816" y="4309200"/>
              <a:chExt cx="231600" cy="834300"/>
            </a:xfrm>
          </p:grpSpPr>
          <p:sp>
            <p:nvSpPr>
              <p:cNvPr id="200" name="Google Shape;200;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 name="Google Shape;204;p11"/>
            <p:cNvGrpSpPr/>
            <p:nvPr/>
          </p:nvGrpSpPr>
          <p:grpSpPr>
            <a:xfrm>
              <a:off x="4456234" y="4309200"/>
              <a:ext cx="231600" cy="834300"/>
              <a:chOff x="4456234" y="4309200"/>
              <a:chExt cx="231600" cy="834300"/>
            </a:xfrm>
          </p:grpSpPr>
          <p:sp>
            <p:nvSpPr>
              <p:cNvPr id="205" name="Google Shape;205;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 name="Google Shape;209;p11"/>
            <p:cNvGrpSpPr/>
            <p:nvPr/>
          </p:nvGrpSpPr>
          <p:grpSpPr>
            <a:xfrm>
              <a:off x="4827588" y="4099200"/>
              <a:ext cx="231600" cy="1044300"/>
              <a:chOff x="4827588" y="4099200"/>
              <a:chExt cx="231600" cy="1044300"/>
            </a:xfrm>
          </p:grpSpPr>
          <p:sp>
            <p:nvSpPr>
              <p:cNvPr id="210" name="Google Shape;210;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11"/>
            <p:cNvGrpSpPr/>
            <p:nvPr/>
          </p:nvGrpSpPr>
          <p:grpSpPr>
            <a:xfrm>
              <a:off x="5198943" y="4309200"/>
              <a:ext cx="231600" cy="834300"/>
              <a:chOff x="5198943" y="4309200"/>
              <a:chExt cx="231600" cy="834300"/>
            </a:xfrm>
          </p:grpSpPr>
          <p:sp>
            <p:nvSpPr>
              <p:cNvPr id="216" name="Google Shape;216;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11"/>
            <p:cNvGrpSpPr/>
            <p:nvPr/>
          </p:nvGrpSpPr>
          <p:grpSpPr>
            <a:xfrm>
              <a:off x="5570297" y="4518900"/>
              <a:ext cx="231600" cy="624600"/>
              <a:chOff x="5570297" y="4518900"/>
              <a:chExt cx="231600" cy="624600"/>
            </a:xfrm>
          </p:grpSpPr>
          <p:sp>
            <p:nvSpPr>
              <p:cNvPr id="221" name="Google Shape;221;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11"/>
            <p:cNvGrpSpPr/>
            <p:nvPr/>
          </p:nvGrpSpPr>
          <p:grpSpPr>
            <a:xfrm>
              <a:off x="5941652" y="4309200"/>
              <a:ext cx="231600" cy="834300"/>
              <a:chOff x="5941652" y="4309200"/>
              <a:chExt cx="231600" cy="834300"/>
            </a:xfrm>
          </p:grpSpPr>
          <p:sp>
            <p:nvSpPr>
              <p:cNvPr id="225" name="Google Shape;225;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 name="Google Shape;229;p11"/>
            <p:cNvGrpSpPr/>
            <p:nvPr/>
          </p:nvGrpSpPr>
          <p:grpSpPr>
            <a:xfrm>
              <a:off x="6313006" y="4099200"/>
              <a:ext cx="231600" cy="1044300"/>
              <a:chOff x="6313006" y="4099200"/>
              <a:chExt cx="231600" cy="1044300"/>
            </a:xfrm>
          </p:grpSpPr>
          <p:sp>
            <p:nvSpPr>
              <p:cNvPr id="230" name="Google Shape;230;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 name="Google Shape;235;p11"/>
            <p:cNvGrpSpPr/>
            <p:nvPr/>
          </p:nvGrpSpPr>
          <p:grpSpPr>
            <a:xfrm>
              <a:off x="6684361" y="4309200"/>
              <a:ext cx="231600" cy="834300"/>
              <a:chOff x="6684361" y="4309200"/>
              <a:chExt cx="231600" cy="834300"/>
            </a:xfrm>
          </p:grpSpPr>
          <p:sp>
            <p:nvSpPr>
              <p:cNvPr id="236" name="Google Shape;236;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 name="Google Shape;240;p11"/>
            <p:cNvGrpSpPr/>
            <p:nvPr/>
          </p:nvGrpSpPr>
          <p:grpSpPr>
            <a:xfrm>
              <a:off x="7055715" y="4518900"/>
              <a:ext cx="231600" cy="624600"/>
              <a:chOff x="7055715" y="4518900"/>
              <a:chExt cx="231600" cy="624600"/>
            </a:xfrm>
          </p:grpSpPr>
          <p:sp>
            <p:nvSpPr>
              <p:cNvPr id="241" name="Google Shape;241;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 name="Google Shape;244;p11"/>
            <p:cNvGrpSpPr/>
            <p:nvPr/>
          </p:nvGrpSpPr>
          <p:grpSpPr>
            <a:xfrm>
              <a:off x="7798424" y="4099200"/>
              <a:ext cx="231600" cy="1044300"/>
              <a:chOff x="7798424" y="4099200"/>
              <a:chExt cx="231600" cy="1044300"/>
            </a:xfrm>
          </p:grpSpPr>
          <p:sp>
            <p:nvSpPr>
              <p:cNvPr id="245" name="Google Shape;245;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 name="Google Shape;250;p11"/>
            <p:cNvGrpSpPr/>
            <p:nvPr/>
          </p:nvGrpSpPr>
          <p:grpSpPr>
            <a:xfrm>
              <a:off x="8169779" y="4309200"/>
              <a:ext cx="231600" cy="834300"/>
              <a:chOff x="8169779" y="4309200"/>
              <a:chExt cx="231600" cy="834300"/>
            </a:xfrm>
          </p:grpSpPr>
          <p:sp>
            <p:nvSpPr>
              <p:cNvPr id="251" name="Google Shape;251;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 name="Google Shape;255;p11"/>
            <p:cNvGrpSpPr/>
            <p:nvPr/>
          </p:nvGrpSpPr>
          <p:grpSpPr>
            <a:xfrm>
              <a:off x="7427070" y="4309200"/>
              <a:ext cx="231600" cy="834300"/>
              <a:chOff x="7427070" y="4309200"/>
              <a:chExt cx="231600" cy="834300"/>
            </a:xfrm>
          </p:grpSpPr>
          <p:sp>
            <p:nvSpPr>
              <p:cNvPr id="256" name="Google Shape;256;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11"/>
            <p:cNvGrpSpPr/>
            <p:nvPr/>
          </p:nvGrpSpPr>
          <p:grpSpPr>
            <a:xfrm>
              <a:off x="8541133" y="4518900"/>
              <a:ext cx="231600" cy="624600"/>
              <a:chOff x="8541133" y="4518900"/>
              <a:chExt cx="231600" cy="624600"/>
            </a:xfrm>
          </p:grpSpPr>
          <p:sp>
            <p:nvSpPr>
              <p:cNvPr id="261" name="Google Shape;261;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1"/>
            <p:cNvGrpSpPr/>
            <p:nvPr/>
          </p:nvGrpSpPr>
          <p:grpSpPr>
            <a:xfrm>
              <a:off x="8912488" y="4309200"/>
              <a:ext cx="231600" cy="834300"/>
              <a:chOff x="8912488" y="4309200"/>
              <a:chExt cx="231600" cy="834300"/>
            </a:xfrm>
          </p:grpSpPr>
          <p:sp>
            <p:nvSpPr>
              <p:cNvPr id="265" name="Google Shape;265;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70" name="Google Shape;270;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1" name="Google Shape;271;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2" name="Shape 272"/>
        <p:cNvGrpSpPr/>
        <p:nvPr/>
      </p:nvGrpSpPr>
      <p:grpSpPr>
        <a:xfrm>
          <a:off x="0" y="0"/>
          <a:ext cx="0" cy="0"/>
          <a:chOff x="0" y="0"/>
          <a:chExt cx="0" cy="0"/>
        </a:xfrm>
      </p:grpSpPr>
      <p:sp>
        <p:nvSpPr>
          <p:cNvPr id="273" name="Google Shape;273;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274" name="Shape 274"/>
        <p:cNvGrpSpPr/>
        <p:nvPr/>
      </p:nvGrpSpPr>
      <p:grpSpPr>
        <a:xfrm>
          <a:off x="0" y="0"/>
          <a:ext cx="0" cy="0"/>
          <a:chOff x="0" y="0"/>
          <a:chExt cx="0" cy="0"/>
        </a:xfrm>
      </p:grpSpPr>
      <p:grpSp>
        <p:nvGrpSpPr>
          <p:cNvPr id="275" name="Google Shape;275;p13"/>
          <p:cNvGrpSpPr/>
          <p:nvPr/>
        </p:nvGrpSpPr>
        <p:grpSpPr>
          <a:xfrm>
            <a:off x="-6096" y="-3429"/>
            <a:ext cx="9156192" cy="5150358"/>
            <a:chOff x="0" y="0"/>
            <a:chExt cx="12192000" cy="6858000"/>
          </a:xfrm>
        </p:grpSpPr>
        <p:sp>
          <p:nvSpPr>
            <p:cNvPr id="276" name="Google Shape;276;p1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 name="Google Shape;277;p1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 name="Google Shape;278;p1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 name="Google Shape;279;p1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0" name="Google Shape;280;p1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1" name="Google Shape;281;p1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2" name="Google Shape;282;p1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3" name="Google Shape;283;p1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4" name="Google Shape;284;p1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5" name="Google Shape;285;p1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6" name="Google Shape;286;p1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7" name="Google Shape;287;p1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8" name="Google Shape;288;p1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9" name="Google Shape;289;p1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0" name="Google Shape;290;p1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1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1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1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1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1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1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1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1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1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1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1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1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1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1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1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1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1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1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1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1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1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1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1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1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1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1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1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1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1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1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1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1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1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1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1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1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7" name="Google Shape;327;p1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8" name="Google Shape;328;p1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9" name="Google Shape;329;p1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0" name="Google Shape;330;p1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1" name="Google Shape;331;p1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2" name="Google Shape;332;p1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3" name="Google Shape;333;p1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4" name="Google Shape;334;p1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35" name="Google Shape;335;p1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1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37" name="Google Shape;337;p13"/>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38" name="Google Shape;338;p13"/>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39" name="Google Shape;339;p13"/>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340" name="Google Shape;340;p13"/>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1" name="Google Shape;341;p13"/>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3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2" name="Google Shape;342;p13"/>
          <p:cNvSpPr txBox="1"/>
          <p:nvPr>
            <p:ph type="title"/>
          </p:nvPr>
        </p:nvSpPr>
        <p:spPr>
          <a:xfrm>
            <a:off x="209775" y="468575"/>
            <a:ext cx="6048900" cy="1437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3">
  <p:cSld name="CUSTOM_10">
    <p:spTree>
      <p:nvGrpSpPr>
        <p:cNvPr id="343" name="Shape 343"/>
        <p:cNvGrpSpPr/>
        <p:nvPr/>
      </p:nvGrpSpPr>
      <p:grpSpPr>
        <a:xfrm>
          <a:off x="0" y="0"/>
          <a:ext cx="0" cy="0"/>
          <a:chOff x="0" y="0"/>
          <a:chExt cx="0" cy="0"/>
        </a:xfrm>
      </p:grpSpPr>
      <p:sp>
        <p:nvSpPr>
          <p:cNvPr id="344" name="Google Shape;344;p14"/>
          <p:cNvSpPr txBox="1"/>
          <p:nvPr>
            <p:ph idx="1" type="subTitle"/>
          </p:nvPr>
        </p:nvSpPr>
        <p:spPr>
          <a:xfrm>
            <a:off x="284798" y="282900"/>
            <a:ext cx="1207200" cy="368100"/>
          </a:xfrm>
          <a:prstGeom prst="rect">
            <a:avLst/>
          </a:prstGeom>
        </p:spPr>
        <p:txBody>
          <a:bodyPr anchorCtr="0" anchor="ctr" bIns="91425" lIns="91425" spcFirstLastPara="1" rIns="91425" wrap="square" tIns="91425">
            <a:normAutofit/>
          </a:bodyPr>
          <a:lstStyle>
            <a:lvl1pPr lvl="0" algn="ctr">
              <a:lnSpc>
                <a:spcPct val="115000"/>
              </a:lnSpc>
              <a:spcBef>
                <a:spcPts val="0"/>
              </a:spcBef>
              <a:spcAft>
                <a:spcPts val="0"/>
              </a:spcAft>
              <a:buNone/>
              <a:defRPr sz="800"/>
            </a:lvl1pPr>
            <a:lvl2pPr lvl="1" algn="ctr">
              <a:spcBef>
                <a:spcPts val="120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345" name="Google Shape;345;p14"/>
          <p:cNvSpPr txBox="1"/>
          <p:nvPr>
            <p:ph idx="2" type="body"/>
          </p:nvPr>
        </p:nvSpPr>
        <p:spPr>
          <a:xfrm>
            <a:off x="4223075" y="3141232"/>
            <a:ext cx="2787600" cy="1223700"/>
          </a:xfrm>
          <a:prstGeom prst="rect">
            <a:avLst/>
          </a:prstGeom>
        </p:spPr>
        <p:txBody>
          <a:bodyPr anchorCtr="0" anchor="t" bIns="182875" lIns="164575" spcFirstLastPara="1" rIns="164575" wrap="square" tIns="0">
            <a:normAutofit/>
          </a:bodyPr>
          <a:lstStyle>
            <a:lvl1pPr indent="-292100" lvl="0" marL="457200">
              <a:spcBef>
                <a:spcPts val="0"/>
              </a:spcBef>
              <a:spcAft>
                <a:spcPts val="0"/>
              </a:spcAft>
              <a:buSzPts val="1000"/>
              <a:buChar char="●"/>
              <a:defRPr sz="1000"/>
            </a:lvl1pPr>
            <a:lvl2pPr indent="-292100" lvl="1" marL="914400">
              <a:spcBef>
                <a:spcPts val="1200"/>
              </a:spcBef>
              <a:spcAft>
                <a:spcPts val="0"/>
              </a:spcAft>
              <a:buSzPts val="1000"/>
              <a:buChar char="○"/>
              <a:defRPr sz="1000"/>
            </a:lvl2pPr>
            <a:lvl3pPr indent="-292100" lvl="2" marL="1371600">
              <a:spcBef>
                <a:spcPts val="1200"/>
              </a:spcBef>
              <a:spcAft>
                <a:spcPts val="0"/>
              </a:spcAft>
              <a:buSzPts val="1000"/>
              <a:buChar char="■"/>
              <a:defRPr sz="1000"/>
            </a:lvl3pPr>
            <a:lvl4pPr indent="-292100" lvl="3" marL="1828800">
              <a:spcBef>
                <a:spcPts val="1200"/>
              </a:spcBef>
              <a:spcAft>
                <a:spcPts val="0"/>
              </a:spcAft>
              <a:buSzPts val="1000"/>
              <a:buChar char="●"/>
              <a:defRPr sz="1000"/>
            </a:lvl4pPr>
            <a:lvl5pPr indent="-292100" lvl="4" marL="2286000">
              <a:spcBef>
                <a:spcPts val="1200"/>
              </a:spcBef>
              <a:spcAft>
                <a:spcPts val="0"/>
              </a:spcAft>
              <a:buSzPts val="1000"/>
              <a:buChar char="○"/>
              <a:defRPr sz="1000"/>
            </a:lvl5pPr>
            <a:lvl6pPr indent="-292100" lvl="5" marL="2743200">
              <a:spcBef>
                <a:spcPts val="1200"/>
              </a:spcBef>
              <a:spcAft>
                <a:spcPts val="0"/>
              </a:spcAft>
              <a:buSzPts val="1000"/>
              <a:buChar char="■"/>
              <a:defRPr sz="1000"/>
            </a:lvl6pPr>
            <a:lvl7pPr indent="-292100" lvl="6" marL="3200400">
              <a:spcBef>
                <a:spcPts val="1200"/>
              </a:spcBef>
              <a:spcAft>
                <a:spcPts val="0"/>
              </a:spcAft>
              <a:buSzPts val="1000"/>
              <a:buChar char="●"/>
              <a:defRPr sz="1000"/>
            </a:lvl7pPr>
            <a:lvl8pPr indent="-292100" lvl="7" marL="3657600">
              <a:spcBef>
                <a:spcPts val="1200"/>
              </a:spcBef>
              <a:spcAft>
                <a:spcPts val="0"/>
              </a:spcAft>
              <a:buSzPts val="1000"/>
              <a:buChar char="○"/>
              <a:defRPr sz="1000"/>
            </a:lvl8pPr>
            <a:lvl9pPr indent="-292100" lvl="8" marL="4114800">
              <a:spcBef>
                <a:spcPts val="1200"/>
              </a:spcBef>
              <a:spcAft>
                <a:spcPts val="1200"/>
              </a:spcAft>
              <a:buSzPts val="1000"/>
              <a:buChar char="■"/>
              <a:defRPr sz="1000"/>
            </a:lvl9pPr>
          </a:lstStyle>
          <a:p/>
        </p:txBody>
      </p:sp>
      <p:sp>
        <p:nvSpPr>
          <p:cNvPr id="346" name="Google Shape;346;p14"/>
          <p:cNvSpPr txBox="1"/>
          <p:nvPr>
            <p:ph type="title"/>
          </p:nvPr>
        </p:nvSpPr>
        <p:spPr>
          <a:xfrm>
            <a:off x="4223075" y="2623350"/>
            <a:ext cx="2443500" cy="409500"/>
          </a:xfrm>
          <a:prstGeom prst="rect">
            <a:avLst/>
          </a:prstGeom>
        </p:spPr>
        <p:txBody>
          <a:bodyPr anchorCtr="0" anchor="t" bIns="0" lIns="164575" spcFirstLastPara="1" rIns="0" wrap="square" tIns="164575">
            <a:norm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347" name="Google Shape;347;p14"/>
          <p:cNvSpPr/>
          <p:nvPr>
            <p:ph idx="3" type="pic"/>
          </p:nvPr>
        </p:nvSpPr>
        <p:spPr>
          <a:xfrm>
            <a:off x="1901125" y="476725"/>
            <a:ext cx="383700" cy="398100"/>
          </a:xfrm>
          <a:prstGeom prst="roundRect">
            <a:avLst>
              <a:gd fmla="val 16667" name="adj"/>
            </a:avLst>
          </a:prstGeom>
          <a:noFill/>
          <a:ln>
            <a:noFill/>
          </a:ln>
        </p:spPr>
      </p:sp>
      <p:sp>
        <p:nvSpPr>
          <p:cNvPr id="348" name="Google Shape;348;p14"/>
          <p:cNvSpPr txBox="1"/>
          <p:nvPr>
            <p:ph idx="4" type="title"/>
          </p:nvPr>
        </p:nvSpPr>
        <p:spPr>
          <a:xfrm>
            <a:off x="3072075" y="282900"/>
            <a:ext cx="5787300" cy="21123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49" name="Google Shape;349;p14"/>
          <p:cNvSpPr txBox="1"/>
          <p:nvPr>
            <p:ph idx="5" type="title"/>
          </p:nvPr>
        </p:nvSpPr>
        <p:spPr>
          <a:xfrm>
            <a:off x="1731400" y="3856304"/>
            <a:ext cx="1616100" cy="780300"/>
          </a:xfrm>
          <a:prstGeom prst="rect">
            <a:avLst/>
          </a:prstGeom>
        </p:spPr>
        <p:txBody>
          <a:bodyPr anchorCtr="0" anchor="b" bIns="91425" lIns="91425" spcFirstLastPara="1" rIns="91425" wrap="square" tIns="91425">
            <a:norm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350" name="Google Shape;350;p14"/>
          <p:cNvSpPr txBox="1"/>
          <p:nvPr>
            <p:ph idx="6" type="title"/>
          </p:nvPr>
        </p:nvSpPr>
        <p:spPr>
          <a:xfrm>
            <a:off x="7116525" y="2623350"/>
            <a:ext cx="1742400" cy="409500"/>
          </a:xfrm>
          <a:prstGeom prst="rect">
            <a:avLst/>
          </a:prstGeom>
        </p:spPr>
        <p:txBody>
          <a:bodyPr anchorCtr="0" anchor="t" bIns="0" lIns="164575" spcFirstLastPara="1" rIns="0" wrap="square" tIns="164575">
            <a:norm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351" name="Google Shape;351;p14"/>
          <p:cNvSpPr txBox="1"/>
          <p:nvPr>
            <p:ph idx="7" type="body"/>
          </p:nvPr>
        </p:nvSpPr>
        <p:spPr>
          <a:xfrm>
            <a:off x="7116525" y="3141225"/>
            <a:ext cx="1742400" cy="1223700"/>
          </a:xfrm>
          <a:prstGeom prst="rect">
            <a:avLst/>
          </a:prstGeom>
        </p:spPr>
        <p:txBody>
          <a:bodyPr anchorCtr="0" anchor="t" bIns="182875" lIns="164575" spcFirstLastPara="1" rIns="164575" wrap="square" tIns="0">
            <a:normAutofit/>
          </a:bodyPr>
          <a:lstStyle>
            <a:lvl1pPr indent="-292100" lvl="0" marL="457200">
              <a:spcBef>
                <a:spcPts val="0"/>
              </a:spcBef>
              <a:spcAft>
                <a:spcPts val="0"/>
              </a:spcAft>
              <a:buSzPts val="1000"/>
              <a:buChar char="●"/>
              <a:defRPr sz="1000"/>
            </a:lvl1pPr>
            <a:lvl2pPr indent="-292100" lvl="1" marL="914400">
              <a:spcBef>
                <a:spcPts val="1200"/>
              </a:spcBef>
              <a:spcAft>
                <a:spcPts val="0"/>
              </a:spcAft>
              <a:buSzPts val="1000"/>
              <a:buChar char="○"/>
              <a:defRPr sz="1000"/>
            </a:lvl2pPr>
            <a:lvl3pPr indent="-292100" lvl="2" marL="1371600">
              <a:spcBef>
                <a:spcPts val="1200"/>
              </a:spcBef>
              <a:spcAft>
                <a:spcPts val="0"/>
              </a:spcAft>
              <a:buSzPts val="1000"/>
              <a:buChar char="■"/>
              <a:defRPr sz="1000"/>
            </a:lvl3pPr>
            <a:lvl4pPr indent="-292100" lvl="3" marL="1828800">
              <a:spcBef>
                <a:spcPts val="1200"/>
              </a:spcBef>
              <a:spcAft>
                <a:spcPts val="0"/>
              </a:spcAft>
              <a:buSzPts val="1000"/>
              <a:buChar char="●"/>
              <a:defRPr sz="1000"/>
            </a:lvl4pPr>
            <a:lvl5pPr indent="-292100" lvl="4" marL="2286000">
              <a:spcBef>
                <a:spcPts val="1200"/>
              </a:spcBef>
              <a:spcAft>
                <a:spcPts val="0"/>
              </a:spcAft>
              <a:buSzPts val="1000"/>
              <a:buChar char="○"/>
              <a:defRPr sz="1000"/>
            </a:lvl5pPr>
            <a:lvl6pPr indent="-292100" lvl="5" marL="2743200">
              <a:spcBef>
                <a:spcPts val="1200"/>
              </a:spcBef>
              <a:spcAft>
                <a:spcPts val="0"/>
              </a:spcAft>
              <a:buSzPts val="1000"/>
              <a:buChar char="■"/>
              <a:defRPr sz="1000"/>
            </a:lvl6pPr>
            <a:lvl7pPr indent="-292100" lvl="6" marL="3200400">
              <a:spcBef>
                <a:spcPts val="1200"/>
              </a:spcBef>
              <a:spcAft>
                <a:spcPts val="0"/>
              </a:spcAft>
              <a:buSzPts val="1000"/>
              <a:buChar char="●"/>
              <a:defRPr sz="1000"/>
            </a:lvl7pPr>
            <a:lvl8pPr indent="-292100" lvl="7" marL="3657600">
              <a:spcBef>
                <a:spcPts val="1200"/>
              </a:spcBef>
              <a:spcAft>
                <a:spcPts val="0"/>
              </a:spcAft>
              <a:buSzPts val="1000"/>
              <a:buChar char="○"/>
              <a:defRPr sz="1000"/>
            </a:lvl8pPr>
            <a:lvl9pPr indent="-292100" lvl="8" marL="4114800">
              <a:spcBef>
                <a:spcPts val="1200"/>
              </a:spcBef>
              <a:spcAft>
                <a:spcPts val="1200"/>
              </a:spcAft>
              <a:buSzPts val="1000"/>
              <a:buChar char="■"/>
              <a:defRPr sz="1000"/>
            </a:lvl9pPr>
          </a:lstStyle>
          <a:p/>
        </p:txBody>
      </p:sp>
      <p:sp>
        <p:nvSpPr>
          <p:cNvPr id="352" name="Google Shape;352;p14"/>
          <p:cNvSpPr txBox="1"/>
          <p:nvPr>
            <p:ph idx="8" type="subTitle"/>
          </p:nvPr>
        </p:nvSpPr>
        <p:spPr>
          <a:xfrm>
            <a:off x="1731400" y="4750800"/>
            <a:ext cx="1340700" cy="1032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None/>
              <a:defRPr sz="600"/>
            </a:lvl1pPr>
            <a:lvl2pPr lvl="1">
              <a:spcBef>
                <a:spcPts val="120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53" name="Google Shape;353;p14"/>
          <p:cNvSpPr txBox="1"/>
          <p:nvPr>
            <p:ph idx="9" type="subTitle"/>
          </p:nvPr>
        </p:nvSpPr>
        <p:spPr>
          <a:xfrm>
            <a:off x="7518500" y="4750800"/>
            <a:ext cx="1340700" cy="103200"/>
          </a:xfrm>
          <a:prstGeom prst="rect">
            <a:avLst/>
          </a:prstGeom>
        </p:spPr>
        <p:txBody>
          <a:bodyPr anchorCtr="0" anchor="t" bIns="91425" lIns="91425" spcFirstLastPara="1" rIns="91425" wrap="square" tIns="91425">
            <a:normAutofit/>
          </a:bodyPr>
          <a:lstStyle>
            <a:lvl1pPr lvl="0" algn="r">
              <a:lnSpc>
                <a:spcPct val="115000"/>
              </a:lnSpc>
              <a:spcBef>
                <a:spcPts val="0"/>
              </a:spcBef>
              <a:spcAft>
                <a:spcPts val="0"/>
              </a:spcAft>
              <a:buNone/>
              <a:defRPr sz="600"/>
            </a:lvl1pPr>
            <a:lvl2pPr lvl="1" algn="r">
              <a:spcBef>
                <a:spcPts val="120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3">
    <p:spTree>
      <p:nvGrpSpPr>
        <p:cNvPr id="354" name="Shape 354"/>
        <p:cNvGrpSpPr/>
        <p:nvPr/>
      </p:nvGrpSpPr>
      <p:grpSpPr>
        <a:xfrm>
          <a:off x="0" y="0"/>
          <a:ext cx="0" cy="0"/>
          <a:chOff x="0" y="0"/>
          <a:chExt cx="0" cy="0"/>
        </a:xfrm>
      </p:grpSpPr>
      <p:sp>
        <p:nvSpPr>
          <p:cNvPr id="355" name="Google Shape;355;p15"/>
          <p:cNvSpPr txBox="1"/>
          <p:nvPr>
            <p:ph type="title"/>
          </p:nvPr>
        </p:nvSpPr>
        <p:spPr>
          <a:xfrm>
            <a:off x="1731400" y="435300"/>
            <a:ext cx="3510600" cy="1116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56" name="Google Shape;356;p15"/>
          <p:cNvSpPr txBox="1"/>
          <p:nvPr>
            <p:ph idx="1" type="body"/>
          </p:nvPr>
        </p:nvSpPr>
        <p:spPr>
          <a:xfrm>
            <a:off x="5348925" y="779548"/>
            <a:ext cx="3510600" cy="783300"/>
          </a:xfrm>
          <a:prstGeom prst="rect">
            <a:avLst/>
          </a:prstGeom>
        </p:spPr>
        <p:txBody>
          <a:bodyPr anchorCtr="0" anchor="t" bIns="0" lIns="182875" spcFirstLastPara="1" rIns="182875" wrap="square" tIns="0">
            <a:normAutofit/>
          </a:bodyPr>
          <a:lstStyle>
            <a:lvl1pPr indent="-292100" lvl="0" marL="457200">
              <a:spcBef>
                <a:spcPts val="0"/>
              </a:spcBef>
              <a:spcAft>
                <a:spcPts val="0"/>
              </a:spcAft>
              <a:buSzPts val="1000"/>
              <a:buChar char="●"/>
              <a:defRPr sz="1000"/>
            </a:lvl1pPr>
            <a:lvl2pPr indent="-292100" lvl="1" marL="914400">
              <a:spcBef>
                <a:spcPts val="1200"/>
              </a:spcBef>
              <a:spcAft>
                <a:spcPts val="0"/>
              </a:spcAft>
              <a:buSzPts val="1000"/>
              <a:buChar char="○"/>
              <a:defRPr sz="1000"/>
            </a:lvl2pPr>
            <a:lvl3pPr indent="-292100" lvl="2" marL="1371600">
              <a:spcBef>
                <a:spcPts val="1200"/>
              </a:spcBef>
              <a:spcAft>
                <a:spcPts val="0"/>
              </a:spcAft>
              <a:buSzPts val="1000"/>
              <a:buChar char="■"/>
              <a:defRPr sz="1000"/>
            </a:lvl3pPr>
            <a:lvl4pPr indent="-292100" lvl="3" marL="1828800">
              <a:spcBef>
                <a:spcPts val="1200"/>
              </a:spcBef>
              <a:spcAft>
                <a:spcPts val="0"/>
              </a:spcAft>
              <a:buSzPts val="1000"/>
              <a:buChar char="●"/>
              <a:defRPr sz="1000"/>
            </a:lvl4pPr>
            <a:lvl5pPr indent="-292100" lvl="4" marL="2286000">
              <a:spcBef>
                <a:spcPts val="1200"/>
              </a:spcBef>
              <a:spcAft>
                <a:spcPts val="0"/>
              </a:spcAft>
              <a:buSzPts val="1000"/>
              <a:buChar char="○"/>
              <a:defRPr sz="1000"/>
            </a:lvl5pPr>
            <a:lvl6pPr indent="-292100" lvl="5" marL="2743200">
              <a:spcBef>
                <a:spcPts val="1200"/>
              </a:spcBef>
              <a:spcAft>
                <a:spcPts val="0"/>
              </a:spcAft>
              <a:buSzPts val="1000"/>
              <a:buChar char="■"/>
              <a:defRPr sz="1000"/>
            </a:lvl6pPr>
            <a:lvl7pPr indent="-292100" lvl="6" marL="3200400">
              <a:spcBef>
                <a:spcPts val="1200"/>
              </a:spcBef>
              <a:spcAft>
                <a:spcPts val="0"/>
              </a:spcAft>
              <a:buSzPts val="1000"/>
              <a:buChar char="●"/>
              <a:defRPr sz="1000"/>
            </a:lvl7pPr>
            <a:lvl8pPr indent="-292100" lvl="7" marL="3657600">
              <a:spcBef>
                <a:spcPts val="1200"/>
              </a:spcBef>
              <a:spcAft>
                <a:spcPts val="0"/>
              </a:spcAft>
              <a:buSzPts val="1000"/>
              <a:buChar char="○"/>
              <a:defRPr sz="1000"/>
            </a:lvl8pPr>
            <a:lvl9pPr indent="-292100" lvl="8" marL="4114800">
              <a:spcBef>
                <a:spcPts val="1200"/>
              </a:spcBef>
              <a:spcAft>
                <a:spcPts val="1200"/>
              </a:spcAft>
              <a:buSzPts val="1000"/>
              <a:buChar char="■"/>
              <a:defRPr sz="1000"/>
            </a:lvl9pPr>
          </a:lstStyle>
          <a:p/>
        </p:txBody>
      </p:sp>
      <p:sp>
        <p:nvSpPr>
          <p:cNvPr id="357" name="Google Shape;357;p15"/>
          <p:cNvSpPr txBox="1"/>
          <p:nvPr>
            <p:ph idx="2" type="title"/>
          </p:nvPr>
        </p:nvSpPr>
        <p:spPr>
          <a:xfrm>
            <a:off x="5348925" y="286031"/>
            <a:ext cx="3378900" cy="430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358" name="Google Shape;358;p15"/>
          <p:cNvSpPr txBox="1"/>
          <p:nvPr>
            <p:ph idx="3" type="body"/>
          </p:nvPr>
        </p:nvSpPr>
        <p:spPr>
          <a:xfrm>
            <a:off x="5348925" y="2225851"/>
            <a:ext cx="3510600" cy="783300"/>
          </a:xfrm>
          <a:prstGeom prst="rect">
            <a:avLst/>
          </a:prstGeom>
        </p:spPr>
        <p:txBody>
          <a:bodyPr anchorCtr="0" anchor="t" bIns="0" lIns="182875" spcFirstLastPara="1" rIns="182875" wrap="square" tIns="0">
            <a:normAutofit/>
          </a:bodyPr>
          <a:lstStyle>
            <a:lvl1pPr indent="-292100" lvl="0" marL="457200">
              <a:spcBef>
                <a:spcPts val="0"/>
              </a:spcBef>
              <a:spcAft>
                <a:spcPts val="0"/>
              </a:spcAft>
              <a:buSzPts val="1000"/>
              <a:buChar char="●"/>
              <a:defRPr sz="1000"/>
            </a:lvl1pPr>
            <a:lvl2pPr indent="-292100" lvl="1" marL="914400">
              <a:spcBef>
                <a:spcPts val="1200"/>
              </a:spcBef>
              <a:spcAft>
                <a:spcPts val="0"/>
              </a:spcAft>
              <a:buSzPts val="1000"/>
              <a:buChar char="○"/>
              <a:defRPr sz="1000"/>
            </a:lvl2pPr>
            <a:lvl3pPr indent="-292100" lvl="2" marL="1371600">
              <a:spcBef>
                <a:spcPts val="1200"/>
              </a:spcBef>
              <a:spcAft>
                <a:spcPts val="0"/>
              </a:spcAft>
              <a:buSzPts val="1000"/>
              <a:buChar char="■"/>
              <a:defRPr sz="1000"/>
            </a:lvl3pPr>
            <a:lvl4pPr indent="-292100" lvl="3" marL="1828800">
              <a:spcBef>
                <a:spcPts val="1200"/>
              </a:spcBef>
              <a:spcAft>
                <a:spcPts val="0"/>
              </a:spcAft>
              <a:buSzPts val="1000"/>
              <a:buChar char="●"/>
              <a:defRPr sz="1000"/>
            </a:lvl4pPr>
            <a:lvl5pPr indent="-292100" lvl="4" marL="2286000">
              <a:spcBef>
                <a:spcPts val="1200"/>
              </a:spcBef>
              <a:spcAft>
                <a:spcPts val="0"/>
              </a:spcAft>
              <a:buSzPts val="1000"/>
              <a:buChar char="○"/>
              <a:defRPr sz="1000"/>
            </a:lvl5pPr>
            <a:lvl6pPr indent="-292100" lvl="5" marL="2743200">
              <a:spcBef>
                <a:spcPts val="1200"/>
              </a:spcBef>
              <a:spcAft>
                <a:spcPts val="0"/>
              </a:spcAft>
              <a:buSzPts val="1000"/>
              <a:buChar char="■"/>
              <a:defRPr sz="1000"/>
            </a:lvl6pPr>
            <a:lvl7pPr indent="-292100" lvl="6" marL="3200400">
              <a:spcBef>
                <a:spcPts val="1200"/>
              </a:spcBef>
              <a:spcAft>
                <a:spcPts val="0"/>
              </a:spcAft>
              <a:buSzPts val="1000"/>
              <a:buChar char="●"/>
              <a:defRPr sz="1000"/>
            </a:lvl7pPr>
            <a:lvl8pPr indent="-292100" lvl="7" marL="3657600">
              <a:spcBef>
                <a:spcPts val="1200"/>
              </a:spcBef>
              <a:spcAft>
                <a:spcPts val="0"/>
              </a:spcAft>
              <a:buSzPts val="1000"/>
              <a:buChar char="○"/>
              <a:defRPr sz="1000"/>
            </a:lvl8pPr>
            <a:lvl9pPr indent="-292100" lvl="8" marL="4114800">
              <a:spcBef>
                <a:spcPts val="1200"/>
              </a:spcBef>
              <a:spcAft>
                <a:spcPts val="1200"/>
              </a:spcAft>
              <a:buSzPts val="1000"/>
              <a:buChar char="■"/>
              <a:defRPr sz="1000"/>
            </a:lvl9pPr>
          </a:lstStyle>
          <a:p/>
        </p:txBody>
      </p:sp>
      <p:sp>
        <p:nvSpPr>
          <p:cNvPr id="359" name="Google Shape;359;p15"/>
          <p:cNvSpPr txBox="1"/>
          <p:nvPr>
            <p:ph idx="4" type="title"/>
          </p:nvPr>
        </p:nvSpPr>
        <p:spPr>
          <a:xfrm>
            <a:off x="5348925" y="1767224"/>
            <a:ext cx="3378900" cy="3957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360" name="Google Shape;360;p15"/>
          <p:cNvSpPr txBox="1"/>
          <p:nvPr>
            <p:ph idx="5" type="body"/>
          </p:nvPr>
        </p:nvSpPr>
        <p:spPr>
          <a:xfrm>
            <a:off x="5348925" y="3672155"/>
            <a:ext cx="3510600" cy="783300"/>
          </a:xfrm>
          <a:prstGeom prst="rect">
            <a:avLst/>
          </a:prstGeom>
        </p:spPr>
        <p:txBody>
          <a:bodyPr anchorCtr="0" anchor="t" bIns="0" lIns="182875" spcFirstLastPara="1" rIns="182875" wrap="square" tIns="0">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1200"/>
              </a:spcBef>
              <a:spcAft>
                <a:spcPts val="0"/>
              </a:spcAft>
              <a:buClr>
                <a:schemeClr val="lt2"/>
              </a:buClr>
              <a:buSzPts val="1000"/>
              <a:buChar char="○"/>
              <a:defRPr sz="1000">
                <a:solidFill>
                  <a:schemeClr val="lt2"/>
                </a:solidFill>
              </a:defRPr>
            </a:lvl2pPr>
            <a:lvl3pPr indent="-292100" lvl="2" marL="1371600">
              <a:spcBef>
                <a:spcPts val="1200"/>
              </a:spcBef>
              <a:spcAft>
                <a:spcPts val="0"/>
              </a:spcAft>
              <a:buClr>
                <a:schemeClr val="lt2"/>
              </a:buClr>
              <a:buSzPts val="1000"/>
              <a:buChar char="■"/>
              <a:defRPr sz="1000">
                <a:solidFill>
                  <a:schemeClr val="lt2"/>
                </a:solidFill>
              </a:defRPr>
            </a:lvl3pPr>
            <a:lvl4pPr indent="-292100" lvl="3" marL="1828800">
              <a:spcBef>
                <a:spcPts val="1200"/>
              </a:spcBef>
              <a:spcAft>
                <a:spcPts val="0"/>
              </a:spcAft>
              <a:buClr>
                <a:schemeClr val="lt2"/>
              </a:buClr>
              <a:buSzPts val="1000"/>
              <a:buChar char="●"/>
              <a:defRPr sz="1000">
                <a:solidFill>
                  <a:schemeClr val="lt2"/>
                </a:solidFill>
              </a:defRPr>
            </a:lvl4pPr>
            <a:lvl5pPr indent="-292100" lvl="4" marL="2286000">
              <a:spcBef>
                <a:spcPts val="1200"/>
              </a:spcBef>
              <a:spcAft>
                <a:spcPts val="0"/>
              </a:spcAft>
              <a:buClr>
                <a:schemeClr val="lt2"/>
              </a:buClr>
              <a:buSzPts val="1000"/>
              <a:buChar char="○"/>
              <a:defRPr sz="1000">
                <a:solidFill>
                  <a:schemeClr val="lt2"/>
                </a:solidFill>
              </a:defRPr>
            </a:lvl5pPr>
            <a:lvl6pPr indent="-292100" lvl="5" marL="2743200">
              <a:spcBef>
                <a:spcPts val="1200"/>
              </a:spcBef>
              <a:spcAft>
                <a:spcPts val="0"/>
              </a:spcAft>
              <a:buClr>
                <a:schemeClr val="lt2"/>
              </a:buClr>
              <a:buSzPts val="1000"/>
              <a:buChar char="■"/>
              <a:defRPr sz="1000">
                <a:solidFill>
                  <a:schemeClr val="lt2"/>
                </a:solidFill>
              </a:defRPr>
            </a:lvl6pPr>
            <a:lvl7pPr indent="-292100" lvl="6" marL="3200400">
              <a:spcBef>
                <a:spcPts val="1200"/>
              </a:spcBef>
              <a:spcAft>
                <a:spcPts val="0"/>
              </a:spcAft>
              <a:buClr>
                <a:schemeClr val="lt2"/>
              </a:buClr>
              <a:buSzPts val="1000"/>
              <a:buChar char="●"/>
              <a:defRPr sz="1000">
                <a:solidFill>
                  <a:schemeClr val="lt2"/>
                </a:solidFill>
              </a:defRPr>
            </a:lvl7pPr>
            <a:lvl8pPr indent="-292100" lvl="7" marL="3657600">
              <a:spcBef>
                <a:spcPts val="1200"/>
              </a:spcBef>
              <a:spcAft>
                <a:spcPts val="0"/>
              </a:spcAft>
              <a:buClr>
                <a:schemeClr val="lt2"/>
              </a:buClr>
              <a:buSzPts val="1000"/>
              <a:buChar char="○"/>
              <a:defRPr sz="1000">
                <a:solidFill>
                  <a:schemeClr val="lt2"/>
                </a:solidFill>
              </a:defRPr>
            </a:lvl8pPr>
            <a:lvl9pPr indent="-292100" lvl="8" marL="4114800">
              <a:spcBef>
                <a:spcPts val="1200"/>
              </a:spcBef>
              <a:spcAft>
                <a:spcPts val="1200"/>
              </a:spcAft>
              <a:buClr>
                <a:schemeClr val="lt2"/>
              </a:buClr>
              <a:buSzPts val="1000"/>
              <a:buChar char="■"/>
              <a:defRPr sz="1000">
                <a:solidFill>
                  <a:schemeClr val="lt2"/>
                </a:solidFill>
              </a:defRPr>
            </a:lvl9pPr>
          </a:lstStyle>
          <a:p/>
        </p:txBody>
      </p:sp>
      <p:sp>
        <p:nvSpPr>
          <p:cNvPr id="361" name="Google Shape;361;p15"/>
          <p:cNvSpPr txBox="1"/>
          <p:nvPr>
            <p:ph idx="6" type="title"/>
          </p:nvPr>
        </p:nvSpPr>
        <p:spPr>
          <a:xfrm>
            <a:off x="5348925" y="3251722"/>
            <a:ext cx="3378900" cy="3576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2pPr>
            <a:lvl3pPr lvl="2">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3pPr>
            <a:lvl4pPr lvl="3">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4pPr>
            <a:lvl5pPr lvl="4">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5pPr>
            <a:lvl6pPr lvl="5">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6pPr>
            <a:lvl7pPr lvl="6">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7pPr>
            <a:lvl8pPr lvl="7">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8pPr>
            <a:lvl9pPr lvl="8">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9pPr>
          </a:lstStyle>
          <a:p/>
        </p:txBody>
      </p:sp>
      <p:sp>
        <p:nvSpPr>
          <p:cNvPr id="362" name="Google Shape;362;p15"/>
          <p:cNvSpPr txBox="1"/>
          <p:nvPr>
            <p:ph idx="7" type="subTitle"/>
          </p:nvPr>
        </p:nvSpPr>
        <p:spPr>
          <a:xfrm>
            <a:off x="284798" y="282900"/>
            <a:ext cx="1207200" cy="368100"/>
          </a:xfrm>
          <a:prstGeom prst="rect">
            <a:avLst/>
          </a:prstGeom>
        </p:spPr>
        <p:txBody>
          <a:bodyPr anchorCtr="0" anchor="ctr" bIns="91425" lIns="91425" spcFirstLastPara="1" rIns="91425" wrap="square" tIns="91425">
            <a:normAutofit/>
          </a:bodyPr>
          <a:lstStyle>
            <a:lvl1pPr lvl="0" algn="ctr">
              <a:lnSpc>
                <a:spcPct val="115000"/>
              </a:lnSpc>
              <a:spcBef>
                <a:spcPts val="0"/>
              </a:spcBef>
              <a:spcAft>
                <a:spcPts val="0"/>
              </a:spcAft>
              <a:buNone/>
              <a:defRPr sz="800"/>
            </a:lvl1pPr>
            <a:lvl2pPr lvl="1" algn="ctr">
              <a:spcBef>
                <a:spcPts val="120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363" name="Google Shape;363;p15"/>
          <p:cNvSpPr txBox="1"/>
          <p:nvPr>
            <p:ph idx="8" type="subTitle"/>
          </p:nvPr>
        </p:nvSpPr>
        <p:spPr>
          <a:xfrm>
            <a:off x="1731400" y="4750800"/>
            <a:ext cx="1340700" cy="1032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None/>
              <a:defRPr sz="600"/>
            </a:lvl1pPr>
            <a:lvl2pPr lvl="1">
              <a:spcBef>
                <a:spcPts val="120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64" name="Google Shape;364;p15"/>
          <p:cNvSpPr txBox="1"/>
          <p:nvPr>
            <p:ph idx="9" type="subTitle"/>
          </p:nvPr>
        </p:nvSpPr>
        <p:spPr>
          <a:xfrm>
            <a:off x="7518500" y="4750800"/>
            <a:ext cx="1340700" cy="103200"/>
          </a:xfrm>
          <a:prstGeom prst="rect">
            <a:avLst/>
          </a:prstGeom>
        </p:spPr>
        <p:txBody>
          <a:bodyPr anchorCtr="0" anchor="t" bIns="91425" lIns="91425" spcFirstLastPara="1" rIns="91425" wrap="square" tIns="91425">
            <a:normAutofit/>
          </a:bodyPr>
          <a:lstStyle>
            <a:lvl1pPr lvl="0" algn="r">
              <a:lnSpc>
                <a:spcPct val="115000"/>
              </a:lnSpc>
              <a:spcBef>
                <a:spcPts val="0"/>
              </a:spcBef>
              <a:spcAft>
                <a:spcPts val="0"/>
              </a:spcAft>
              <a:buNone/>
              <a:defRPr sz="600"/>
            </a:lvl1pPr>
            <a:lvl2pPr lvl="1" algn="r">
              <a:spcBef>
                <a:spcPts val="120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365" name="Shape 365"/>
        <p:cNvGrpSpPr/>
        <p:nvPr/>
      </p:nvGrpSpPr>
      <p:grpSpPr>
        <a:xfrm>
          <a:off x="0" y="0"/>
          <a:ext cx="0" cy="0"/>
          <a:chOff x="0" y="0"/>
          <a:chExt cx="0" cy="0"/>
        </a:xfrm>
      </p:grpSpPr>
      <p:grpSp>
        <p:nvGrpSpPr>
          <p:cNvPr id="366" name="Google Shape;366;p16"/>
          <p:cNvGrpSpPr/>
          <p:nvPr/>
        </p:nvGrpSpPr>
        <p:grpSpPr>
          <a:xfrm>
            <a:off x="-6096" y="-3429"/>
            <a:ext cx="9156192" cy="5150358"/>
            <a:chOff x="0" y="0"/>
            <a:chExt cx="12192000" cy="6858000"/>
          </a:xfrm>
        </p:grpSpPr>
        <p:sp>
          <p:nvSpPr>
            <p:cNvPr id="367" name="Google Shape;367;p1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1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1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1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1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1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1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1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1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1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1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1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1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1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1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1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1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1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1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1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1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1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1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1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1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1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1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4" name="Google Shape;394;p1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5" name="Google Shape;395;p1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6" name="Google Shape;396;p1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7" name="Google Shape;397;p1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8" name="Google Shape;398;p1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9" name="Google Shape;399;p1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0" name="Google Shape;400;p1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1" name="Google Shape;401;p1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2" name="Google Shape;402;p1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1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1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1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1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1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1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1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0" name="Google Shape;410;p1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1" name="Google Shape;411;p1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2" name="Google Shape;412;p1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3" name="Google Shape;413;p1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4" name="Google Shape;414;p1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5" name="Google Shape;415;p1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6" name="Google Shape;416;p1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7" name="Google Shape;417;p1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8" name="Google Shape;418;p1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9" name="Google Shape;419;p1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0" name="Google Shape;420;p1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1" name="Google Shape;421;p1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2" name="Google Shape;422;p1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3" name="Google Shape;423;p1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4" name="Google Shape;424;p1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5" name="Google Shape;425;p1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26" name="Google Shape;426;p1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1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428" name="Google Shape;428;p16"/>
          <p:cNvSpPr txBox="1"/>
          <p:nvPr>
            <p:ph type="title"/>
          </p:nvPr>
        </p:nvSpPr>
        <p:spPr>
          <a:xfrm>
            <a:off x="1579100" y="491225"/>
            <a:ext cx="4966200" cy="796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9" name="Google Shape;429;p1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30" name="Google Shape;430;p16"/>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31" name="Google Shape;431;p16"/>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CUSTOM_1_1_1_1_1_1_1_1_1_1_2_1_1_1_1_1_1_1_1_1">
    <p:spTree>
      <p:nvGrpSpPr>
        <p:cNvPr id="432" name="Shape 432"/>
        <p:cNvGrpSpPr/>
        <p:nvPr/>
      </p:nvGrpSpPr>
      <p:grpSpPr>
        <a:xfrm>
          <a:off x="0" y="0"/>
          <a:ext cx="0" cy="0"/>
          <a:chOff x="0" y="0"/>
          <a:chExt cx="0" cy="0"/>
        </a:xfrm>
      </p:grpSpPr>
      <p:sp>
        <p:nvSpPr>
          <p:cNvPr id="433" name="Google Shape;433;p1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34" name="Google Shape;434;p1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1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167700" y="4625700"/>
            <a:ext cx="8664600" cy="356700"/>
          </a:xfrm>
          <a:prstGeom prst="rect">
            <a:avLst/>
          </a:prstGeom>
          <a:noFill/>
          <a:ln cap="flat" cmpd="sng" w="9525">
            <a:solidFill>
              <a:srgbClr val="073763"/>
            </a:solidFill>
            <a:prstDash val="dashDot"/>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73763"/>
                </a:solidFill>
                <a:latin typeface="Maven Pro SemiBold"/>
                <a:ea typeface="Maven Pro SemiBold"/>
                <a:cs typeface="Maven Pro SemiBold"/>
                <a:sym typeface="Maven Pro SemiBold"/>
              </a:rPr>
              <a:t>Group 4 : Ananya Sarkar | Mahjabin Noor Nabila | Nazia Faruque Diya</a:t>
            </a:r>
            <a:endParaRPr>
              <a:solidFill>
                <a:srgbClr val="073763"/>
              </a:solidFill>
              <a:latin typeface="Maven Pro SemiBold"/>
              <a:ea typeface="Maven Pro SemiBold"/>
              <a:cs typeface="Maven Pro SemiBold"/>
              <a:sym typeface="Maven Pro SemiBo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drive.google.com/file/d/1_ugrMshtaA6FQusq3-qxdgniEjTa_DN7/view" TargetMode="External"/><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drive.google.com/file/d/1LDMZGa_whSn194WjqwI6QyFswX2pmE7Z/view" TargetMode="External"/><Relationship Id="rId4"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17411"/>
        </a:solidFill>
      </p:bgPr>
    </p:bg>
    <p:spTree>
      <p:nvGrpSpPr>
        <p:cNvPr id="439" name="Shape 439"/>
        <p:cNvGrpSpPr/>
        <p:nvPr/>
      </p:nvGrpSpPr>
      <p:grpSpPr>
        <a:xfrm>
          <a:off x="0" y="0"/>
          <a:ext cx="0" cy="0"/>
          <a:chOff x="0" y="0"/>
          <a:chExt cx="0" cy="0"/>
        </a:xfrm>
      </p:grpSpPr>
      <p:grpSp>
        <p:nvGrpSpPr>
          <p:cNvPr id="440" name="Google Shape;440;p18"/>
          <p:cNvGrpSpPr/>
          <p:nvPr/>
        </p:nvGrpSpPr>
        <p:grpSpPr>
          <a:xfrm>
            <a:off x="514350" y="645125"/>
            <a:ext cx="1191641" cy="2122909"/>
            <a:chOff x="0" y="0"/>
            <a:chExt cx="380400" cy="798146"/>
          </a:xfrm>
        </p:grpSpPr>
        <p:sp>
          <p:nvSpPr>
            <p:cNvPr id="441" name="Google Shape;441;p18"/>
            <p:cNvSpPr/>
            <p:nvPr/>
          </p:nvSpPr>
          <p:spPr>
            <a:xfrm>
              <a:off x="0" y="0"/>
              <a:ext cx="380267" cy="798146"/>
            </a:xfrm>
            <a:custGeom>
              <a:rect b="b" l="l" r="r" t="t"/>
              <a:pathLst>
                <a:path extrusionOk="0" h="798146" w="380267">
                  <a:moveTo>
                    <a:pt x="133952" y="0"/>
                  </a:moveTo>
                  <a:lnTo>
                    <a:pt x="246314" y="0"/>
                  </a:lnTo>
                  <a:cubicBezTo>
                    <a:pt x="320294" y="0"/>
                    <a:pt x="380267" y="59972"/>
                    <a:pt x="380267" y="133952"/>
                  </a:cubicBezTo>
                  <a:lnTo>
                    <a:pt x="380267" y="664194"/>
                  </a:lnTo>
                  <a:cubicBezTo>
                    <a:pt x="380267" y="738174"/>
                    <a:pt x="320294" y="798146"/>
                    <a:pt x="246314" y="798146"/>
                  </a:cubicBezTo>
                  <a:lnTo>
                    <a:pt x="133952" y="798146"/>
                  </a:lnTo>
                  <a:cubicBezTo>
                    <a:pt x="59972" y="798146"/>
                    <a:pt x="0" y="738174"/>
                    <a:pt x="0" y="664194"/>
                  </a:cubicBezTo>
                  <a:lnTo>
                    <a:pt x="0" y="133952"/>
                  </a:lnTo>
                  <a:cubicBezTo>
                    <a:pt x="0" y="59972"/>
                    <a:pt x="59972" y="0"/>
                    <a:pt x="133952" y="0"/>
                  </a:cubicBezTo>
                  <a:close/>
                </a:path>
              </a:pathLst>
            </a:custGeom>
            <a:solidFill>
              <a:srgbClr val="90960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42" name="Google Shape;442;p18"/>
            <p:cNvSpPr txBox="1"/>
            <p:nvPr/>
          </p:nvSpPr>
          <p:spPr>
            <a:xfrm>
              <a:off x="0" y="104775"/>
              <a:ext cx="380400" cy="693300"/>
            </a:xfrm>
            <a:prstGeom prst="rect">
              <a:avLst/>
            </a:prstGeom>
            <a:noFill/>
            <a:ln>
              <a:noFill/>
            </a:ln>
          </p:spPr>
          <p:txBody>
            <a:bodyPr anchorCtr="0" anchor="ctr" bIns="25400" lIns="25400" spcFirstLastPara="1" rIns="25400" wrap="square" tIns="25400">
              <a:noAutofit/>
            </a:bodyPr>
            <a:lstStyle/>
            <a:p>
              <a:pPr indent="0" lvl="0" marL="0" marR="0" rtl="0" algn="ctr">
                <a:lnSpc>
                  <a:spcPct val="44388"/>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43" name="Google Shape;443;p18"/>
          <p:cNvSpPr/>
          <p:nvPr/>
        </p:nvSpPr>
        <p:spPr>
          <a:xfrm rot="-992090">
            <a:off x="4744446" y="96220"/>
            <a:ext cx="1825046" cy="1552948"/>
          </a:xfrm>
          <a:custGeom>
            <a:rect b="b" l="l" r="r" t="t"/>
            <a:pathLst>
              <a:path extrusionOk="0" h="3101519" w="3644948">
                <a:moveTo>
                  <a:pt x="0" y="0"/>
                </a:moveTo>
                <a:lnTo>
                  <a:pt x="3644948" y="0"/>
                </a:lnTo>
                <a:lnTo>
                  <a:pt x="3644948" y="3101519"/>
                </a:lnTo>
                <a:lnTo>
                  <a:pt x="0" y="3101519"/>
                </a:lnTo>
                <a:lnTo>
                  <a:pt x="0" y="0"/>
                </a:lnTo>
                <a:close/>
              </a:path>
            </a:pathLst>
          </a:custGeom>
          <a:blipFill rotWithShape="1">
            <a:blip r:embed="rId3">
              <a:alphaModFix/>
            </a:blip>
            <a:stretch>
              <a:fillRect b="0" l="0" r="0" t="0"/>
            </a:stretch>
          </a:blipFill>
          <a:ln>
            <a:noFill/>
          </a:ln>
        </p:spPr>
      </p:sp>
      <p:grpSp>
        <p:nvGrpSpPr>
          <p:cNvPr id="444" name="Google Shape;444;p18"/>
          <p:cNvGrpSpPr/>
          <p:nvPr/>
        </p:nvGrpSpPr>
        <p:grpSpPr>
          <a:xfrm>
            <a:off x="514350" y="1127970"/>
            <a:ext cx="6627761" cy="2869791"/>
            <a:chOff x="0" y="0"/>
            <a:chExt cx="2491827" cy="1078950"/>
          </a:xfrm>
        </p:grpSpPr>
        <p:sp>
          <p:nvSpPr>
            <p:cNvPr id="445" name="Google Shape;445;p18"/>
            <p:cNvSpPr/>
            <p:nvPr/>
          </p:nvSpPr>
          <p:spPr>
            <a:xfrm>
              <a:off x="0" y="0"/>
              <a:ext cx="2491827" cy="1078928"/>
            </a:xfrm>
            <a:custGeom>
              <a:rect b="b" l="l" r="r" t="t"/>
              <a:pathLst>
                <a:path extrusionOk="0" h="1078928" w="2491827">
                  <a:moveTo>
                    <a:pt x="20442" y="0"/>
                  </a:moveTo>
                  <a:lnTo>
                    <a:pt x="2471385" y="0"/>
                  </a:lnTo>
                  <a:cubicBezTo>
                    <a:pt x="2476807" y="0"/>
                    <a:pt x="2482006" y="2154"/>
                    <a:pt x="2485840" y="5987"/>
                  </a:cubicBezTo>
                  <a:cubicBezTo>
                    <a:pt x="2489673" y="9821"/>
                    <a:pt x="2491827" y="15020"/>
                    <a:pt x="2491827" y="20442"/>
                  </a:cubicBezTo>
                  <a:lnTo>
                    <a:pt x="2491827" y="1058487"/>
                  </a:lnTo>
                  <a:cubicBezTo>
                    <a:pt x="2491827" y="1063908"/>
                    <a:pt x="2489673" y="1069108"/>
                    <a:pt x="2485840" y="1072941"/>
                  </a:cubicBezTo>
                  <a:cubicBezTo>
                    <a:pt x="2482006" y="1076775"/>
                    <a:pt x="2476807" y="1078928"/>
                    <a:pt x="2471385" y="1078928"/>
                  </a:cubicBezTo>
                  <a:lnTo>
                    <a:pt x="20442" y="1078928"/>
                  </a:lnTo>
                  <a:cubicBezTo>
                    <a:pt x="15020" y="1078928"/>
                    <a:pt x="9821" y="1076775"/>
                    <a:pt x="5987" y="1072941"/>
                  </a:cubicBezTo>
                  <a:cubicBezTo>
                    <a:pt x="2154" y="1069108"/>
                    <a:pt x="0" y="1063908"/>
                    <a:pt x="0" y="1058487"/>
                  </a:cubicBezTo>
                  <a:lnTo>
                    <a:pt x="0" y="20442"/>
                  </a:lnTo>
                  <a:cubicBezTo>
                    <a:pt x="0" y="15020"/>
                    <a:pt x="2154" y="9821"/>
                    <a:pt x="5987" y="5987"/>
                  </a:cubicBezTo>
                  <a:cubicBezTo>
                    <a:pt x="9821" y="2154"/>
                    <a:pt x="15020" y="0"/>
                    <a:pt x="20442" y="0"/>
                  </a:cubicBezTo>
                  <a:close/>
                </a:path>
              </a:pathLst>
            </a:custGeom>
            <a:solidFill>
              <a:srgbClr val="FAEAD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46" name="Google Shape;446;p18"/>
            <p:cNvSpPr txBox="1"/>
            <p:nvPr/>
          </p:nvSpPr>
          <p:spPr>
            <a:xfrm>
              <a:off x="0" y="133350"/>
              <a:ext cx="2491800" cy="945600"/>
            </a:xfrm>
            <a:prstGeom prst="rect">
              <a:avLst/>
            </a:prstGeom>
            <a:noFill/>
            <a:ln>
              <a:noFill/>
            </a:ln>
          </p:spPr>
          <p:txBody>
            <a:bodyPr anchorCtr="0" anchor="ctr" bIns="25400" lIns="25400" spcFirstLastPara="1" rIns="25400" wrap="square" tIns="25400">
              <a:noAutofit/>
            </a:bodyPr>
            <a:lstStyle/>
            <a:p>
              <a:pPr indent="0" lvl="0" marL="0" marR="0" rtl="0" algn="ctr">
                <a:lnSpc>
                  <a:spcPct val="583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47" name="Google Shape;447;p18"/>
          <p:cNvSpPr txBox="1"/>
          <p:nvPr/>
        </p:nvSpPr>
        <p:spPr>
          <a:xfrm>
            <a:off x="768038" y="1644037"/>
            <a:ext cx="42972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500"/>
              <a:buFont typeface="Arial"/>
              <a:buNone/>
            </a:pPr>
            <a:r>
              <a:rPr lang="en" sz="5500">
                <a:latin typeface="Martel"/>
                <a:ea typeface="Martel"/>
                <a:cs typeface="Martel"/>
                <a:sym typeface="Martel"/>
              </a:rPr>
              <a:t>Cadence</a:t>
            </a:r>
            <a:endParaRPr b="0" i="0" sz="700" u="none" cap="none" strike="noStrike">
              <a:solidFill>
                <a:srgbClr val="000000"/>
              </a:solidFill>
              <a:latin typeface="Arial"/>
              <a:ea typeface="Arial"/>
              <a:cs typeface="Arial"/>
              <a:sym typeface="Arial"/>
            </a:endParaRPr>
          </a:p>
        </p:txBody>
      </p:sp>
      <p:sp>
        <p:nvSpPr>
          <p:cNvPr id="448" name="Google Shape;448;p18"/>
          <p:cNvSpPr/>
          <p:nvPr/>
        </p:nvSpPr>
        <p:spPr>
          <a:xfrm rot="-800355">
            <a:off x="7722898" y="-794621"/>
            <a:ext cx="1330789" cy="2165486"/>
          </a:xfrm>
          <a:custGeom>
            <a:rect b="b" l="l" r="r" t="t"/>
            <a:pathLst>
              <a:path extrusionOk="0" h="4344460" w="2669868">
                <a:moveTo>
                  <a:pt x="0" y="0"/>
                </a:moveTo>
                <a:lnTo>
                  <a:pt x="2669868" y="0"/>
                </a:lnTo>
                <a:lnTo>
                  <a:pt x="2669868" y="4344460"/>
                </a:lnTo>
                <a:lnTo>
                  <a:pt x="0" y="4344460"/>
                </a:lnTo>
                <a:lnTo>
                  <a:pt x="0" y="0"/>
                </a:lnTo>
                <a:close/>
              </a:path>
            </a:pathLst>
          </a:custGeom>
          <a:blipFill rotWithShape="1">
            <a:blip r:embed="rId4">
              <a:alphaModFix/>
            </a:blip>
            <a:stretch>
              <a:fillRect b="0" l="0" r="0" t="0"/>
            </a:stretch>
          </a:blipFill>
          <a:ln>
            <a:noFill/>
          </a:ln>
        </p:spPr>
      </p:sp>
      <p:sp>
        <p:nvSpPr>
          <p:cNvPr id="449" name="Google Shape;449;p18"/>
          <p:cNvSpPr/>
          <p:nvPr/>
        </p:nvSpPr>
        <p:spPr>
          <a:xfrm>
            <a:off x="8180398" y="4516360"/>
            <a:ext cx="729171" cy="719890"/>
          </a:xfrm>
          <a:custGeom>
            <a:rect b="b" l="l" r="r" t="t"/>
            <a:pathLst>
              <a:path extrusionOk="0" h="1439781" w="1458342">
                <a:moveTo>
                  <a:pt x="0" y="0"/>
                </a:moveTo>
                <a:lnTo>
                  <a:pt x="1458342" y="0"/>
                </a:lnTo>
                <a:lnTo>
                  <a:pt x="1458342" y="1439781"/>
                </a:lnTo>
                <a:lnTo>
                  <a:pt x="0" y="1439781"/>
                </a:lnTo>
                <a:lnTo>
                  <a:pt x="0" y="0"/>
                </a:lnTo>
                <a:close/>
              </a:path>
            </a:pathLst>
          </a:custGeom>
          <a:blipFill rotWithShape="1">
            <a:blip r:embed="rId5">
              <a:alphaModFix/>
            </a:blip>
            <a:stretch>
              <a:fillRect b="0" l="0" r="0" t="0"/>
            </a:stretch>
          </a:blipFill>
          <a:ln>
            <a:noFill/>
          </a:ln>
        </p:spPr>
      </p:sp>
      <p:sp>
        <p:nvSpPr>
          <p:cNvPr id="450" name="Google Shape;450;p18"/>
          <p:cNvSpPr txBox="1"/>
          <p:nvPr/>
        </p:nvSpPr>
        <p:spPr>
          <a:xfrm>
            <a:off x="702473" y="757188"/>
            <a:ext cx="815400" cy="231000"/>
          </a:xfrm>
          <a:prstGeom prst="rect">
            <a:avLst/>
          </a:prstGeom>
          <a:noFill/>
          <a:ln>
            <a:noFill/>
          </a:ln>
        </p:spPr>
        <p:txBody>
          <a:bodyPr anchorCtr="0" anchor="t" bIns="0" lIns="0" spcFirstLastPara="1" rIns="0" wrap="square" tIns="0">
            <a:spAutoFit/>
          </a:bodyPr>
          <a:lstStyle/>
          <a:p>
            <a:pPr indent="0" lvl="0" marL="0" marR="0" rtl="0" algn="ctr">
              <a:lnSpc>
                <a:spcPct val="130009"/>
              </a:lnSpc>
              <a:spcBef>
                <a:spcPts val="0"/>
              </a:spcBef>
              <a:spcAft>
                <a:spcPts val="0"/>
              </a:spcAft>
              <a:buClr>
                <a:srgbClr val="000000"/>
              </a:buClr>
              <a:buSzPts val="1500"/>
              <a:buFont typeface="Arial"/>
              <a:buNone/>
            </a:pPr>
            <a:r>
              <a:rPr b="1" lang="en" sz="1500">
                <a:solidFill>
                  <a:srgbClr val="FAEADD"/>
                </a:solidFill>
                <a:latin typeface="Inclusive Sans"/>
                <a:ea typeface="Inclusive Sans"/>
                <a:cs typeface="Inclusive Sans"/>
                <a:sym typeface="Inclusive Sans"/>
              </a:rPr>
              <a:t>CSE 299</a:t>
            </a:r>
            <a:endParaRPr b="0" i="0" sz="700" u="none" cap="none" strike="noStrike">
              <a:solidFill>
                <a:srgbClr val="000000"/>
              </a:solidFill>
              <a:latin typeface="Arial"/>
              <a:ea typeface="Arial"/>
              <a:cs typeface="Arial"/>
              <a:sym typeface="Arial"/>
            </a:endParaRPr>
          </a:p>
        </p:txBody>
      </p:sp>
      <p:sp>
        <p:nvSpPr>
          <p:cNvPr id="451" name="Google Shape;451;p18"/>
          <p:cNvSpPr txBox="1"/>
          <p:nvPr/>
        </p:nvSpPr>
        <p:spPr>
          <a:xfrm>
            <a:off x="768038" y="2490626"/>
            <a:ext cx="2191500" cy="43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latin typeface="Martel"/>
                <a:ea typeface="Martel"/>
                <a:cs typeface="Martel"/>
                <a:sym typeface="Martel"/>
              </a:rPr>
              <a:t>Project Update 2</a:t>
            </a:r>
            <a:endParaRPr b="1" sz="1600">
              <a:solidFill>
                <a:schemeClr val="dk2"/>
              </a:solidFill>
              <a:latin typeface="Martel"/>
              <a:ea typeface="Martel"/>
              <a:cs typeface="Martel"/>
              <a:sym typeface="Mart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6D6"/>
        </a:solidFill>
      </p:bgPr>
    </p:bg>
    <p:spTree>
      <p:nvGrpSpPr>
        <p:cNvPr id="455" name="Shape 455"/>
        <p:cNvGrpSpPr/>
        <p:nvPr/>
      </p:nvGrpSpPr>
      <p:grpSpPr>
        <a:xfrm>
          <a:off x="0" y="0"/>
          <a:ext cx="0" cy="0"/>
          <a:chOff x="0" y="0"/>
          <a:chExt cx="0" cy="0"/>
        </a:xfrm>
      </p:grpSpPr>
      <p:sp>
        <p:nvSpPr>
          <p:cNvPr id="456" name="Google Shape;456;p19"/>
          <p:cNvSpPr/>
          <p:nvPr/>
        </p:nvSpPr>
        <p:spPr>
          <a:xfrm>
            <a:off x="687500" y="471075"/>
            <a:ext cx="7545000" cy="662100"/>
          </a:xfrm>
          <a:prstGeom prst="homePlate">
            <a:avLst>
              <a:gd fmla="val 81970" name="adj"/>
            </a:avLst>
          </a:prstGeom>
          <a:solidFill>
            <a:srgbClr val="F0EEE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nvGrpSpPr>
          <p:cNvPr id="457" name="Google Shape;457;p19"/>
          <p:cNvGrpSpPr/>
          <p:nvPr/>
        </p:nvGrpSpPr>
        <p:grpSpPr>
          <a:xfrm>
            <a:off x="799469" y="1425909"/>
            <a:ext cx="7545063" cy="2848832"/>
            <a:chOff x="799469" y="1147334"/>
            <a:chExt cx="7545063" cy="2848832"/>
          </a:xfrm>
        </p:grpSpPr>
        <p:sp>
          <p:nvSpPr>
            <p:cNvPr id="458" name="Google Shape;458;p19"/>
            <p:cNvSpPr/>
            <p:nvPr/>
          </p:nvSpPr>
          <p:spPr>
            <a:xfrm>
              <a:off x="799469" y="1147334"/>
              <a:ext cx="1830825" cy="2848832"/>
            </a:xfrm>
            <a:custGeom>
              <a:rect b="b" l="l" r="r" t="t"/>
              <a:pathLst>
                <a:path extrusionOk="0" h="209550" w="134669">
                  <a:moveTo>
                    <a:pt x="13654" y="0"/>
                  </a:moveTo>
                  <a:lnTo>
                    <a:pt x="12073" y="287"/>
                  </a:lnTo>
                  <a:lnTo>
                    <a:pt x="10636" y="719"/>
                  </a:lnTo>
                  <a:lnTo>
                    <a:pt x="9198" y="1150"/>
                  </a:lnTo>
                  <a:lnTo>
                    <a:pt x="7905" y="1868"/>
                  </a:lnTo>
                  <a:lnTo>
                    <a:pt x="6611" y="2587"/>
                  </a:lnTo>
                  <a:lnTo>
                    <a:pt x="5462" y="3449"/>
                  </a:lnTo>
                  <a:lnTo>
                    <a:pt x="4455" y="4455"/>
                  </a:lnTo>
                  <a:lnTo>
                    <a:pt x="3449" y="5462"/>
                  </a:lnTo>
                  <a:lnTo>
                    <a:pt x="2587" y="6755"/>
                  </a:lnTo>
                  <a:lnTo>
                    <a:pt x="1725" y="7905"/>
                  </a:lnTo>
                  <a:lnTo>
                    <a:pt x="1150" y="9342"/>
                  </a:lnTo>
                  <a:lnTo>
                    <a:pt x="575" y="10636"/>
                  </a:lnTo>
                  <a:lnTo>
                    <a:pt x="287" y="12073"/>
                  </a:lnTo>
                  <a:lnTo>
                    <a:pt x="0" y="13654"/>
                  </a:lnTo>
                  <a:lnTo>
                    <a:pt x="0" y="15235"/>
                  </a:lnTo>
                  <a:lnTo>
                    <a:pt x="0" y="194315"/>
                  </a:lnTo>
                  <a:lnTo>
                    <a:pt x="0" y="195896"/>
                  </a:lnTo>
                  <a:lnTo>
                    <a:pt x="287" y="197333"/>
                  </a:lnTo>
                  <a:lnTo>
                    <a:pt x="575" y="198771"/>
                  </a:lnTo>
                  <a:lnTo>
                    <a:pt x="1150" y="200208"/>
                  </a:lnTo>
                  <a:lnTo>
                    <a:pt x="1725" y="201501"/>
                  </a:lnTo>
                  <a:lnTo>
                    <a:pt x="2587" y="202795"/>
                  </a:lnTo>
                  <a:lnTo>
                    <a:pt x="3449" y="203945"/>
                  </a:lnTo>
                  <a:lnTo>
                    <a:pt x="4455" y="205095"/>
                  </a:lnTo>
                  <a:lnTo>
                    <a:pt x="5462" y="206101"/>
                  </a:lnTo>
                  <a:lnTo>
                    <a:pt x="6611" y="206963"/>
                  </a:lnTo>
                  <a:lnTo>
                    <a:pt x="7905" y="207682"/>
                  </a:lnTo>
                  <a:lnTo>
                    <a:pt x="9198" y="208256"/>
                  </a:lnTo>
                  <a:lnTo>
                    <a:pt x="10636" y="208831"/>
                  </a:lnTo>
                  <a:lnTo>
                    <a:pt x="12073" y="209263"/>
                  </a:lnTo>
                  <a:lnTo>
                    <a:pt x="13654" y="209406"/>
                  </a:lnTo>
                  <a:lnTo>
                    <a:pt x="15091" y="209550"/>
                  </a:lnTo>
                  <a:lnTo>
                    <a:pt x="119434" y="209550"/>
                  </a:lnTo>
                  <a:lnTo>
                    <a:pt x="121015" y="209406"/>
                  </a:lnTo>
                  <a:lnTo>
                    <a:pt x="122453" y="209263"/>
                  </a:lnTo>
                  <a:lnTo>
                    <a:pt x="123890" y="208831"/>
                  </a:lnTo>
                  <a:lnTo>
                    <a:pt x="125327" y="208256"/>
                  </a:lnTo>
                  <a:lnTo>
                    <a:pt x="126620" y="207682"/>
                  </a:lnTo>
                  <a:lnTo>
                    <a:pt x="127914" y="206963"/>
                  </a:lnTo>
                  <a:lnTo>
                    <a:pt x="129064" y="206101"/>
                  </a:lnTo>
                  <a:lnTo>
                    <a:pt x="130214" y="205095"/>
                  </a:lnTo>
                  <a:lnTo>
                    <a:pt x="131076" y="203945"/>
                  </a:lnTo>
                  <a:lnTo>
                    <a:pt x="132082" y="202795"/>
                  </a:lnTo>
                  <a:lnTo>
                    <a:pt x="132801" y="201501"/>
                  </a:lnTo>
                  <a:lnTo>
                    <a:pt x="133375" y="200208"/>
                  </a:lnTo>
                  <a:lnTo>
                    <a:pt x="133950" y="198771"/>
                  </a:lnTo>
                  <a:lnTo>
                    <a:pt x="134382" y="197333"/>
                  </a:lnTo>
                  <a:lnTo>
                    <a:pt x="134525" y="195896"/>
                  </a:lnTo>
                  <a:lnTo>
                    <a:pt x="134669" y="194315"/>
                  </a:lnTo>
                  <a:lnTo>
                    <a:pt x="134669" y="70712"/>
                  </a:lnTo>
                  <a:lnTo>
                    <a:pt x="134525" y="69131"/>
                  </a:lnTo>
                  <a:lnTo>
                    <a:pt x="134382" y="67550"/>
                  </a:lnTo>
                  <a:lnTo>
                    <a:pt x="133950" y="66113"/>
                  </a:lnTo>
                  <a:lnTo>
                    <a:pt x="133375" y="64676"/>
                  </a:lnTo>
                  <a:lnTo>
                    <a:pt x="132801" y="63382"/>
                  </a:lnTo>
                  <a:lnTo>
                    <a:pt x="132082" y="62089"/>
                  </a:lnTo>
                  <a:lnTo>
                    <a:pt x="131076" y="60939"/>
                  </a:lnTo>
                  <a:lnTo>
                    <a:pt x="130214" y="59933"/>
                  </a:lnTo>
                  <a:lnTo>
                    <a:pt x="129064" y="58927"/>
                  </a:lnTo>
                  <a:lnTo>
                    <a:pt x="127914" y="58065"/>
                  </a:lnTo>
                  <a:lnTo>
                    <a:pt x="126620" y="57346"/>
                  </a:lnTo>
                  <a:lnTo>
                    <a:pt x="125327" y="56627"/>
                  </a:lnTo>
                  <a:lnTo>
                    <a:pt x="123890" y="56196"/>
                  </a:lnTo>
                  <a:lnTo>
                    <a:pt x="122453" y="55765"/>
                  </a:lnTo>
                  <a:lnTo>
                    <a:pt x="121015" y="55478"/>
                  </a:lnTo>
                  <a:lnTo>
                    <a:pt x="95576" y="55478"/>
                  </a:lnTo>
                  <a:lnTo>
                    <a:pt x="93995" y="55334"/>
                  </a:lnTo>
                  <a:lnTo>
                    <a:pt x="92414" y="55190"/>
                  </a:lnTo>
                  <a:lnTo>
                    <a:pt x="90977" y="54759"/>
                  </a:lnTo>
                  <a:lnTo>
                    <a:pt x="89540" y="54184"/>
                  </a:lnTo>
                  <a:lnTo>
                    <a:pt x="88246" y="53609"/>
                  </a:lnTo>
                  <a:lnTo>
                    <a:pt x="86953" y="52891"/>
                  </a:lnTo>
                  <a:lnTo>
                    <a:pt x="85803" y="52028"/>
                  </a:lnTo>
                  <a:lnTo>
                    <a:pt x="84797" y="51022"/>
                  </a:lnTo>
                  <a:lnTo>
                    <a:pt x="83791" y="49872"/>
                  </a:lnTo>
                  <a:lnTo>
                    <a:pt x="82929" y="48723"/>
                  </a:lnTo>
                  <a:lnTo>
                    <a:pt x="82210" y="47429"/>
                  </a:lnTo>
                  <a:lnTo>
                    <a:pt x="81491" y="46135"/>
                  </a:lnTo>
                  <a:lnTo>
                    <a:pt x="81060" y="44698"/>
                  </a:lnTo>
                  <a:lnTo>
                    <a:pt x="80629" y="43261"/>
                  </a:lnTo>
                  <a:lnTo>
                    <a:pt x="80341" y="41824"/>
                  </a:lnTo>
                  <a:lnTo>
                    <a:pt x="80341" y="40243"/>
                  </a:lnTo>
                  <a:lnTo>
                    <a:pt x="80341" y="15235"/>
                  </a:lnTo>
                  <a:lnTo>
                    <a:pt x="80198" y="13654"/>
                  </a:lnTo>
                  <a:lnTo>
                    <a:pt x="80054" y="12073"/>
                  </a:lnTo>
                  <a:lnTo>
                    <a:pt x="79623" y="10636"/>
                  </a:lnTo>
                  <a:lnTo>
                    <a:pt x="79048" y="9342"/>
                  </a:lnTo>
                  <a:lnTo>
                    <a:pt x="78473" y="7905"/>
                  </a:lnTo>
                  <a:lnTo>
                    <a:pt x="77754" y="6755"/>
                  </a:lnTo>
                  <a:lnTo>
                    <a:pt x="76892" y="5462"/>
                  </a:lnTo>
                  <a:lnTo>
                    <a:pt x="75886" y="4455"/>
                  </a:lnTo>
                  <a:lnTo>
                    <a:pt x="74736" y="3449"/>
                  </a:lnTo>
                  <a:lnTo>
                    <a:pt x="73586" y="2587"/>
                  </a:lnTo>
                  <a:lnTo>
                    <a:pt x="72293" y="1868"/>
                  </a:lnTo>
                  <a:lnTo>
                    <a:pt x="70999" y="1150"/>
                  </a:lnTo>
                  <a:lnTo>
                    <a:pt x="69562" y="719"/>
                  </a:lnTo>
                  <a:lnTo>
                    <a:pt x="68125" y="287"/>
                  </a:lnTo>
                  <a:lnTo>
                    <a:pt x="66688" y="0"/>
                  </a:lnTo>
                  <a:close/>
                </a:path>
              </a:pathLst>
            </a:custGeom>
            <a:solidFill>
              <a:srgbClr val="B0C0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59" name="Google Shape;459;p19"/>
            <p:cNvSpPr txBox="1"/>
            <p:nvPr/>
          </p:nvSpPr>
          <p:spPr>
            <a:xfrm>
              <a:off x="924819" y="2329573"/>
              <a:ext cx="1585200" cy="1544700"/>
            </a:xfrm>
            <a:prstGeom prst="rect">
              <a:avLst/>
            </a:prstGeom>
            <a:noFill/>
            <a:ln>
              <a:noFill/>
            </a:ln>
          </p:spPr>
          <p:txBody>
            <a:bodyPr anchorCtr="0" anchor="b" bIns="18275" lIns="0" spcFirstLastPara="1" rIns="0" wrap="square" tIns="18275">
              <a:noAutofit/>
            </a:bodyPr>
            <a:lstStyle/>
            <a:p>
              <a:pPr indent="0" lvl="0" marL="0" rtl="0" algn="l">
                <a:spcBef>
                  <a:spcPts val="0"/>
                </a:spcBef>
                <a:spcAft>
                  <a:spcPts val="0"/>
                </a:spcAft>
                <a:buNone/>
              </a:pPr>
              <a:r>
                <a:rPr lang="en" sz="2600">
                  <a:solidFill>
                    <a:srgbClr val="010101"/>
                  </a:solidFill>
                  <a:latin typeface="Fjalla One"/>
                  <a:ea typeface="Fjalla One"/>
                  <a:cs typeface="Fjalla One"/>
                  <a:sym typeface="Fjalla One"/>
                </a:rPr>
                <a:t>User Auth and Implementation</a:t>
              </a:r>
              <a:endParaRPr sz="2600">
                <a:solidFill>
                  <a:srgbClr val="010101"/>
                </a:solidFill>
                <a:latin typeface="Fjalla One"/>
                <a:ea typeface="Fjalla One"/>
                <a:cs typeface="Fjalla One"/>
                <a:sym typeface="Fjalla One"/>
              </a:endParaRPr>
            </a:p>
          </p:txBody>
        </p:sp>
        <p:sp>
          <p:nvSpPr>
            <p:cNvPr id="460" name="Google Shape;460;p19"/>
            <p:cNvSpPr/>
            <p:nvPr/>
          </p:nvSpPr>
          <p:spPr>
            <a:xfrm>
              <a:off x="2704206" y="1147334"/>
              <a:ext cx="1830825" cy="2848832"/>
            </a:xfrm>
            <a:custGeom>
              <a:rect b="b" l="l" r="r" t="t"/>
              <a:pathLst>
                <a:path extrusionOk="0" h="209550" w="134669">
                  <a:moveTo>
                    <a:pt x="13654" y="0"/>
                  </a:moveTo>
                  <a:lnTo>
                    <a:pt x="12073" y="287"/>
                  </a:lnTo>
                  <a:lnTo>
                    <a:pt x="10636" y="719"/>
                  </a:lnTo>
                  <a:lnTo>
                    <a:pt x="9198" y="1150"/>
                  </a:lnTo>
                  <a:lnTo>
                    <a:pt x="7905" y="1868"/>
                  </a:lnTo>
                  <a:lnTo>
                    <a:pt x="6611" y="2587"/>
                  </a:lnTo>
                  <a:lnTo>
                    <a:pt x="5462" y="3449"/>
                  </a:lnTo>
                  <a:lnTo>
                    <a:pt x="4455" y="4455"/>
                  </a:lnTo>
                  <a:lnTo>
                    <a:pt x="3449" y="5462"/>
                  </a:lnTo>
                  <a:lnTo>
                    <a:pt x="2587" y="6755"/>
                  </a:lnTo>
                  <a:lnTo>
                    <a:pt x="1725" y="7905"/>
                  </a:lnTo>
                  <a:lnTo>
                    <a:pt x="1150" y="9342"/>
                  </a:lnTo>
                  <a:lnTo>
                    <a:pt x="575" y="10636"/>
                  </a:lnTo>
                  <a:lnTo>
                    <a:pt x="287" y="12073"/>
                  </a:lnTo>
                  <a:lnTo>
                    <a:pt x="0" y="13654"/>
                  </a:lnTo>
                  <a:lnTo>
                    <a:pt x="0" y="15235"/>
                  </a:lnTo>
                  <a:lnTo>
                    <a:pt x="0" y="194315"/>
                  </a:lnTo>
                  <a:lnTo>
                    <a:pt x="0" y="195896"/>
                  </a:lnTo>
                  <a:lnTo>
                    <a:pt x="287" y="197333"/>
                  </a:lnTo>
                  <a:lnTo>
                    <a:pt x="575" y="198771"/>
                  </a:lnTo>
                  <a:lnTo>
                    <a:pt x="1150" y="200208"/>
                  </a:lnTo>
                  <a:lnTo>
                    <a:pt x="1725" y="201501"/>
                  </a:lnTo>
                  <a:lnTo>
                    <a:pt x="2587" y="202795"/>
                  </a:lnTo>
                  <a:lnTo>
                    <a:pt x="3449" y="203945"/>
                  </a:lnTo>
                  <a:lnTo>
                    <a:pt x="4455" y="205095"/>
                  </a:lnTo>
                  <a:lnTo>
                    <a:pt x="5462" y="206101"/>
                  </a:lnTo>
                  <a:lnTo>
                    <a:pt x="6611" y="206963"/>
                  </a:lnTo>
                  <a:lnTo>
                    <a:pt x="7905" y="207682"/>
                  </a:lnTo>
                  <a:lnTo>
                    <a:pt x="9198" y="208256"/>
                  </a:lnTo>
                  <a:lnTo>
                    <a:pt x="10636" y="208831"/>
                  </a:lnTo>
                  <a:lnTo>
                    <a:pt x="12073" y="209263"/>
                  </a:lnTo>
                  <a:lnTo>
                    <a:pt x="13654" y="209406"/>
                  </a:lnTo>
                  <a:lnTo>
                    <a:pt x="15091" y="209550"/>
                  </a:lnTo>
                  <a:lnTo>
                    <a:pt x="119434" y="209550"/>
                  </a:lnTo>
                  <a:lnTo>
                    <a:pt x="121015" y="209406"/>
                  </a:lnTo>
                  <a:lnTo>
                    <a:pt x="122453" y="209263"/>
                  </a:lnTo>
                  <a:lnTo>
                    <a:pt x="123890" y="208831"/>
                  </a:lnTo>
                  <a:lnTo>
                    <a:pt x="125327" y="208256"/>
                  </a:lnTo>
                  <a:lnTo>
                    <a:pt x="126620" y="207682"/>
                  </a:lnTo>
                  <a:lnTo>
                    <a:pt x="127914" y="206963"/>
                  </a:lnTo>
                  <a:lnTo>
                    <a:pt x="129064" y="206101"/>
                  </a:lnTo>
                  <a:lnTo>
                    <a:pt x="130214" y="205095"/>
                  </a:lnTo>
                  <a:lnTo>
                    <a:pt x="131076" y="203945"/>
                  </a:lnTo>
                  <a:lnTo>
                    <a:pt x="132082" y="202795"/>
                  </a:lnTo>
                  <a:lnTo>
                    <a:pt x="132801" y="201501"/>
                  </a:lnTo>
                  <a:lnTo>
                    <a:pt x="133375" y="200208"/>
                  </a:lnTo>
                  <a:lnTo>
                    <a:pt x="133950" y="198771"/>
                  </a:lnTo>
                  <a:lnTo>
                    <a:pt x="134382" y="197333"/>
                  </a:lnTo>
                  <a:lnTo>
                    <a:pt x="134525" y="195896"/>
                  </a:lnTo>
                  <a:lnTo>
                    <a:pt x="134669" y="194315"/>
                  </a:lnTo>
                  <a:lnTo>
                    <a:pt x="134669" y="70712"/>
                  </a:lnTo>
                  <a:lnTo>
                    <a:pt x="134525" y="69131"/>
                  </a:lnTo>
                  <a:lnTo>
                    <a:pt x="134382" y="67550"/>
                  </a:lnTo>
                  <a:lnTo>
                    <a:pt x="133950" y="66113"/>
                  </a:lnTo>
                  <a:lnTo>
                    <a:pt x="133375" y="64676"/>
                  </a:lnTo>
                  <a:lnTo>
                    <a:pt x="132801" y="63382"/>
                  </a:lnTo>
                  <a:lnTo>
                    <a:pt x="132082" y="62089"/>
                  </a:lnTo>
                  <a:lnTo>
                    <a:pt x="131076" y="60939"/>
                  </a:lnTo>
                  <a:lnTo>
                    <a:pt x="130214" y="59933"/>
                  </a:lnTo>
                  <a:lnTo>
                    <a:pt x="129064" y="58927"/>
                  </a:lnTo>
                  <a:lnTo>
                    <a:pt x="127914" y="58065"/>
                  </a:lnTo>
                  <a:lnTo>
                    <a:pt x="126620" y="57346"/>
                  </a:lnTo>
                  <a:lnTo>
                    <a:pt x="125327" y="56627"/>
                  </a:lnTo>
                  <a:lnTo>
                    <a:pt x="123890" y="56196"/>
                  </a:lnTo>
                  <a:lnTo>
                    <a:pt x="122453" y="55765"/>
                  </a:lnTo>
                  <a:lnTo>
                    <a:pt x="121015" y="55478"/>
                  </a:lnTo>
                  <a:lnTo>
                    <a:pt x="95576" y="55478"/>
                  </a:lnTo>
                  <a:lnTo>
                    <a:pt x="93995" y="55334"/>
                  </a:lnTo>
                  <a:lnTo>
                    <a:pt x="92414" y="55190"/>
                  </a:lnTo>
                  <a:lnTo>
                    <a:pt x="90977" y="54759"/>
                  </a:lnTo>
                  <a:lnTo>
                    <a:pt x="89540" y="54184"/>
                  </a:lnTo>
                  <a:lnTo>
                    <a:pt x="88246" y="53609"/>
                  </a:lnTo>
                  <a:lnTo>
                    <a:pt x="86953" y="52891"/>
                  </a:lnTo>
                  <a:lnTo>
                    <a:pt x="85803" y="52028"/>
                  </a:lnTo>
                  <a:lnTo>
                    <a:pt x="84797" y="51022"/>
                  </a:lnTo>
                  <a:lnTo>
                    <a:pt x="83791" y="49872"/>
                  </a:lnTo>
                  <a:lnTo>
                    <a:pt x="82929" y="48723"/>
                  </a:lnTo>
                  <a:lnTo>
                    <a:pt x="82210" y="47429"/>
                  </a:lnTo>
                  <a:lnTo>
                    <a:pt x="81491" y="46135"/>
                  </a:lnTo>
                  <a:lnTo>
                    <a:pt x="81060" y="44698"/>
                  </a:lnTo>
                  <a:lnTo>
                    <a:pt x="80629" y="43261"/>
                  </a:lnTo>
                  <a:lnTo>
                    <a:pt x="80341" y="41824"/>
                  </a:lnTo>
                  <a:lnTo>
                    <a:pt x="80341" y="40243"/>
                  </a:lnTo>
                  <a:lnTo>
                    <a:pt x="80341" y="15235"/>
                  </a:lnTo>
                  <a:lnTo>
                    <a:pt x="80198" y="13654"/>
                  </a:lnTo>
                  <a:lnTo>
                    <a:pt x="80054" y="12073"/>
                  </a:lnTo>
                  <a:lnTo>
                    <a:pt x="79623" y="10636"/>
                  </a:lnTo>
                  <a:lnTo>
                    <a:pt x="79048" y="9342"/>
                  </a:lnTo>
                  <a:lnTo>
                    <a:pt x="78473" y="7905"/>
                  </a:lnTo>
                  <a:lnTo>
                    <a:pt x="77754" y="6755"/>
                  </a:lnTo>
                  <a:lnTo>
                    <a:pt x="76892" y="5462"/>
                  </a:lnTo>
                  <a:lnTo>
                    <a:pt x="75886" y="4455"/>
                  </a:lnTo>
                  <a:lnTo>
                    <a:pt x="74736" y="3449"/>
                  </a:lnTo>
                  <a:lnTo>
                    <a:pt x="73586" y="2587"/>
                  </a:lnTo>
                  <a:lnTo>
                    <a:pt x="72293" y="1868"/>
                  </a:lnTo>
                  <a:lnTo>
                    <a:pt x="70999" y="1150"/>
                  </a:lnTo>
                  <a:lnTo>
                    <a:pt x="69562" y="719"/>
                  </a:lnTo>
                  <a:lnTo>
                    <a:pt x="68125" y="287"/>
                  </a:lnTo>
                  <a:lnTo>
                    <a:pt x="66688" y="0"/>
                  </a:lnTo>
                  <a:close/>
                </a:path>
              </a:pathLst>
            </a:custGeom>
            <a:solidFill>
              <a:srgbClr val="EF69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61" name="Google Shape;461;p19"/>
            <p:cNvSpPr txBox="1"/>
            <p:nvPr/>
          </p:nvSpPr>
          <p:spPr>
            <a:xfrm>
              <a:off x="2827019" y="2276098"/>
              <a:ext cx="1585200" cy="1544700"/>
            </a:xfrm>
            <a:prstGeom prst="rect">
              <a:avLst/>
            </a:prstGeom>
            <a:noFill/>
            <a:ln>
              <a:noFill/>
            </a:ln>
          </p:spPr>
          <p:txBody>
            <a:bodyPr anchorCtr="0" anchor="b" bIns="18275" lIns="0" spcFirstLastPara="1" rIns="0" wrap="square" tIns="18275">
              <a:noAutofit/>
            </a:bodyPr>
            <a:lstStyle/>
            <a:p>
              <a:pPr indent="0" lvl="0" marL="0" rtl="0" algn="l">
                <a:spcBef>
                  <a:spcPts val="0"/>
                </a:spcBef>
                <a:spcAft>
                  <a:spcPts val="0"/>
                </a:spcAft>
                <a:buNone/>
              </a:pPr>
              <a:r>
                <a:rPr lang="en" sz="2600">
                  <a:solidFill>
                    <a:srgbClr val="010101"/>
                  </a:solidFill>
                  <a:latin typeface="Fjalla One"/>
                  <a:ea typeface="Fjalla One"/>
                  <a:cs typeface="Fjalla One"/>
                  <a:sym typeface="Fjalla One"/>
                </a:rPr>
                <a:t>Django Channels</a:t>
              </a:r>
              <a:endParaRPr sz="2600">
                <a:solidFill>
                  <a:srgbClr val="010101"/>
                </a:solidFill>
                <a:latin typeface="Fjalla One"/>
                <a:ea typeface="Fjalla One"/>
                <a:cs typeface="Fjalla One"/>
                <a:sym typeface="Fjalla One"/>
              </a:endParaRPr>
            </a:p>
          </p:txBody>
        </p:sp>
        <p:sp>
          <p:nvSpPr>
            <p:cNvPr id="462" name="Google Shape;462;p19"/>
            <p:cNvSpPr/>
            <p:nvPr/>
          </p:nvSpPr>
          <p:spPr>
            <a:xfrm>
              <a:off x="4608956" y="1147334"/>
              <a:ext cx="1830825" cy="2848832"/>
            </a:xfrm>
            <a:custGeom>
              <a:rect b="b" l="l" r="r" t="t"/>
              <a:pathLst>
                <a:path extrusionOk="0" h="209550" w="134669">
                  <a:moveTo>
                    <a:pt x="13654" y="0"/>
                  </a:moveTo>
                  <a:lnTo>
                    <a:pt x="12073" y="287"/>
                  </a:lnTo>
                  <a:lnTo>
                    <a:pt x="10636" y="719"/>
                  </a:lnTo>
                  <a:lnTo>
                    <a:pt x="9198" y="1150"/>
                  </a:lnTo>
                  <a:lnTo>
                    <a:pt x="7905" y="1868"/>
                  </a:lnTo>
                  <a:lnTo>
                    <a:pt x="6611" y="2587"/>
                  </a:lnTo>
                  <a:lnTo>
                    <a:pt x="5462" y="3449"/>
                  </a:lnTo>
                  <a:lnTo>
                    <a:pt x="4455" y="4455"/>
                  </a:lnTo>
                  <a:lnTo>
                    <a:pt x="3449" y="5462"/>
                  </a:lnTo>
                  <a:lnTo>
                    <a:pt x="2587" y="6755"/>
                  </a:lnTo>
                  <a:lnTo>
                    <a:pt x="1725" y="7905"/>
                  </a:lnTo>
                  <a:lnTo>
                    <a:pt x="1150" y="9342"/>
                  </a:lnTo>
                  <a:lnTo>
                    <a:pt x="575" y="10636"/>
                  </a:lnTo>
                  <a:lnTo>
                    <a:pt x="287" y="12073"/>
                  </a:lnTo>
                  <a:lnTo>
                    <a:pt x="0" y="13654"/>
                  </a:lnTo>
                  <a:lnTo>
                    <a:pt x="0" y="15235"/>
                  </a:lnTo>
                  <a:lnTo>
                    <a:pt x="0" y="194315"/>
                  </a:lnTo>
                  <a:lnTo>
                    <a:pt x="0" y="195896"/>
                  </a:lnTo>
                  <a:lnTo>
                    <a:pt x="287" y="197333"/>
                  </a:lnTo>
                  <a:lnTo>
                    <a:pt x="575" y="198771"/>
                  </a:lnTo>
                  <a:lnTo>
                    <a:pt x="1150" y="200208"/>
                  </a:lnTo>
                  <a:lnTo>
                    <a:pt x="1725" y="201501"/>
                  </a:lnTo>
                  <a:lnTo>
                    <a:pt x="2587" y="202795"/>
                  </a:lnTo>
                  <a:lnTo>
                    <a:pt x="3449" y="203945"/>
                  </a:lnTo>
                  <a:lnTo>
                    <a:pt x="4455" y="205095"/>
                  </a:lnTo>
                  <a:lnTo>
                    <a:pt x="5462" y="206101"/>
                  </a:lnTo>
                  <a:lnTo>
                    <a:pt x="6611" y="206963"/>
                  </a:lnTo>
                  <a:lnTo>
                    <a:pt x="7905" y="207682"/>
                  </a:lnTo>
                  <a:lnTo>
                    <a:pt x="9198" y="208256"/>
                  </a:lnTo>
                  <a:lnTo>
                    <a:pt x="10636" y="208831"/>
                  </a:lnTo>
                  <a:lnTo>
                    <a:pt x="12073" y="209263"/>
                  </a:lnTo>
                  <a:lnTo>
                    <a:pt x="13654" y="209406"/>
                  </a:lnTo>
                  <a:lnTo>
                    <a:pt x="15091" y="209550"/>
                  </a:lnTo>
                  <a:lnTo>
                    <a:pt x="119434" y="209550"/>
                  </a:lnTo>
                  <a:lnTo>
                    <a:pt x="121015" y="209406"/>
                  </a:lnTo>
                  <a:lnTo>
                    <a:pt x="122453" y="209263"/>
                  </a:lnTo>
                  <a:lnTo>
                    <a:pt x="123890" y="208831"/>
                  </a:lnTo>
                  <a:lnTo>
                    <a:pt x="125327" y="208256"/>
                  </a:lnTo>
                  <a:lnTo>
                    <a:pt x="126620" y="207682"/>
                  </a:lnTo>
                  <a:lnTo>
                    <a:pt x="127914" y="206963"/>
                  </a:lnTo>
                  <a:lnTo>
                    <a:pt x="129064" y="206101"/>
                  </a:lnTo>
                  <a:lnTo>
                    <a:pt x="130214" y="205095"/>
                  </a:lnTo>
                  <a:lnTo>
                    <a:pt x="131076" y="203945"/>
                  </a:lnTo>
                  <a:lnTo>
                    <a:pt x="132082" y="202795"/>
                  </a:lnTo>
                  <a:lnTo>
                    <a:pt x="132801" y="201501"/>
                  </a:lnTo>
                  <a:lnTo>
                    <a:pt x="133375" y="200208"/>
                  </a:lnTo>
                  <a:lnTo>
                    <a:pt x="133950" y="198771"/>
                  </a:lnTo>
                  <a:lnTo>
                    <a:pt x="134382" y="197333"/>
                  </a:lnTo>
                  <a:lnTo>
                    <a:pt x="134525" y="195896"/>
                  </a:lnTo>
                  <a:lnTo>
                    <a:pt x="134669" y="194315"/>
                  </a:lnTo>
                  <a:lnTo>
                    <a:pt x="134669" y="70712"/>
                  </a:lnTo>
                  <a:lnTo>
                    <a:pt x="134525" y="69131"/>
                  </a:lnTo>
                  <a:lnTo>
                    <a:pt x="134382" y="67550"/>
                  </a:lnTo>
                  <a:lnTo>
                    <a:pt x="133950" y="66113"/>
                  </a:lnTo>
                  <a:lnTo>
                    <a:pt x="133375" y="64676"/>
                  </a:lnTo>
                  <a:lnTo>
                    <a:pt x="132801" y="63382"/>
                  </a:lnTo>
                  <a:lnTo>
                    <a:pt x="132082" y="62089"/>
                  </a:lnTo>
                  <a:lnTo>
                    <a:pt x="131076" y="60939"/>
                  </a:lnTo>
                  <a:lnTo>
                    <a:pt x="130214" y="59933"/>
                  </a:lnTo>
                  <a:lnTo>
                    <a:pt x="129064" y="58927"/>
                  </a:lnTo>
                  <a:lnTo>
                    <a:pt x="127914" y="58065"/>
                  </a:lnTo>
                  <a:lnTo>
                    <a:pt x="126620" y="57346"/>
                  </a:lnTo>
                  <a:lnTo>
                    <a:pt x="125327" y="56627"/>
                  </a:lnTo>
                  <a:lnTo>
                    <a:pt x="123890" y="56196"/>
                  </a:lnTo>
                  <a:lnTo>
                    <a:pt x="122453" y="55765"/>
                  </a:lnTo>
                  <a:lnTo>
                    <a:pt x="121015" y="55478"/>
                  </a:lnTo>
                  <a:lnTo>
                    <a:pt x="95576" y="55478"/>
                  </a:lnTo>
                  <a:lnTo>
                    <a:pt x="93995" y="55334"/>
                  </a:lnTo>
                  <a:lnTo>
                    <a:pt x="92414" y="55190"/>
                  </a:lnTo>
                  <a:lnTo>
                    <a:pt x="90977" y="54759"/>
                  </a:lnTo>
                  <a:lnTo>
                    <a:pt x="89540" y="54184"/>
                  </a:lnTo>
                  <a:lnTo>
                    <a:pt x="88246" y="53609"/>
                  </a:lnTo>
                  <a:lnTo>
                    <a:pt x="86953" y="52891"/>
                  </a:lnTo>
                  <a:lnTo>
                    <a:pt x="85803" y="52028"/>
                  </a:lnTo>
                  <a:lnTo>
                    <a:pt x="84797" y="51022"/>
                  </a:lnTo>
                  <a:lnTo>
                    <a:pt x="83791" y="49872"/>
                  </a:lnTo>
                  <a:lnTo>
                    <a:pt x="82929" y="48723"/>
                  </a:lnTo>
                  <a:lnTo>
                    <a:pt x="82210" y="47429"/>
                  </a:lnTo>
                  <a:lnTo>
                    <a:pt x="81491" y="46135"/>
                  </a:lnTo>
                  <a:lnTo>
                    <a:pt x="81060" y="44698"/>
                  </a:lnTo>
                  <a:lnTo>
                    <a:pt x="80629" y="43261"/>
                  </a:lnTo>
                  <a:lnTo>
                    <a:pt x="80341" y="41824"/>
                  </a:lnTo>
                  <a:lnTo>
                    <a:pt x="80341" y="40243"/>
                  </a:lnTo>
                  <a:lnTo>
                    <a:pt x="80341" y="15235"/>
                  </a:lnTo>
                  <a:lnTo>
                    <a:pt x="80198" y="13654"/>
                  </a:lnTo>
                  <a:lnTo>
                    <a:pt x="80054" y="12073"/>
                  </a:lnTo>
                  <a:lnTo>
                    <a:pt x="79623" y="10636"/>
                  </a:lnTo>
                  <a:lnTo>
                    <a:pt x="79048" y="9342"/>
                  </a:lnTo>
                  <a:lnTo>
                    <a:pt x="78473" y="7905"/>
                  </a:lnTo>
                  <a:lnTo>
                    <a:pt x="77754" y="6755"/>
                  </a:lnTo>
                  <a:lnTo>
                    <a:pt x="76892" y="5462"/>
                  </a:lnTo>
                  <a:lnTo>
                    <a:pt x="75886" y="4455"/>
                  </a:lnTo>
                  <a:lnTo>
                    <a:pt x="74736" y="3449"/>
                  </a:lnTo>
                  <a:lnTo>
                    <a:pt x="73586" y="2587"/>
                  </a:lnTo>
                  <a:lnTo>
                    <a:pt x="72293" y="1868"/>
                  </a:lnTo>
                  <a:lnTo>
                    <a:pt x="70999" y="1150"/>
                  </a:lnTo>
                  <a:lnTo>
                    <a:pt x="69562" y="719"/>
                  </a:lnTo>
                  <a:lnTo>
                    <a:pt x="68125" y="287"/>
                  </a:lnTo>
                  <a:lnTo>
                    <a:pt x="66688" y="0"/>
                  </a:lnTo>
                  <a:close/>
                </a:path>
              </a:pathLst>
            </a:custGeom>
            <a:solidFill>
              <a:srgbClr val="F1CD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63" name="Google Shape;463;p19"/>
            <p:cNvSpPr txBox="1"/>
            <p:nvPr/>
          </p:nvSpPr>
          <p:spPr>
            <a:xfrm>
              <a:off x="4731760" y="2276098"/>
              <a:ext cx="1585200" cy="1544700"/>
            </a:xfrm>
            <a:prstGeom prst="rect">
              <a:avLst/>
            </a:prstGeom>
            <a:noFill/>
            <a:ln>
              <a:noFill/>
            </a:ln>
          </p:spPr>
          <p:txBody>
            <a:bodyPr anchorCtr="0" anchor="b" bIns="18275" lIns="0" spcFirstLastPara="1" rIns="0" wrap="square" tIns="18275">
              <a:noAutofit/>
            </a:bodyPr>
            <a:lstStyle/>
            <a:p>
              <a:pPr indent="0" lvl="0" marL="0" rtl="0" algn="l">
                <a:spcBef>
                  <a:spcPts val="0"/>
                </a:spcBef>
                <a:spcAft>
                  <a:spcPts val="0"/>
                </a:spcAft>
                <a:buNone/>
              </a:pPr>
              <a:r>
                <a:rPr lang="en" sz="2600">
                  <a:solidFill>
                    <a:srgbClr val="010101"/>
                  </a:solidFill>
                  <a:latin typeface="Fjalla One"/>
                  <a:ea typeface="Fjalla One"/>
                  <a:cs typeface="Fjalla One"/>
                  <a:sym typeface="Fjalla One"/>
                </a:rPr>
                <a:t>Database Models</a:t>
              </a:r>
              <a:endParaRPr sz="2600">
                <a:solidFill>
                  <a:srgbClr val="010101"/>
                </a:solidFill>
                <a:latin typeface="Fjalla One"/>
                <a:ea typeface="Fjalla One"/>
                <a:cs typeface="Fjalla One"/>
                <a:sym typeface="Fjalla One"/>
              </a:endParaRPr>
            </a:p>
          </p:txBody>
        </p:sp>
        <p:sp>
          <p:nvSpPr>
            <p:cNvPr id="464" name="Google Shape;464;p19"/>
            <p:cNvSpPr/>
            <p:nvPr/>
          </p:nvSpPr>
          <p:spPr>
            <a:xfrm>
              <a:off x="6513706" y="1147334"/>
              <a:ext cx="1830825" cy="2848832"/>
            </a:xfrm>
            <a:custGeom>
              <a:rect b="b" l="l" r="r" t="t"/>
              <a:pathLst>
                <a:path extrusionOk="0" h="209550" w="134669">
                  <a:moveTo>
                    <a:pt x="13654" y="0"/>
                  </a:moveTo>
                  <a:lnTo>
                    <a:pt x="12073" y="287"/>
                  </a:lnTo>
                  <a:lnTo>
                    <a:pt x="10636" y="719"/>
                  </a:lnTo>
                  <a:lnTo>
                    <a:pt x="9198" y="1150"/>
                  </a:lnTo>
                  <a:lnTo>
                    <a:pt x="7905" y="1868"/>
                  </a:lnTo>
                  <a:lnTo>
                    <a:pt x="6611" y="2587"/>
                  </a:lnTo>
                  <a:lnTo>
                    <a:pt x="5462" y="3449"/>
                  </a:lnTo>
                  <a:lnTo>
                    <a:pt x="4455" y="4455"/>
                  </a:lnTo>
                  <a:lnTo>
                    <a:pt x="3449" y="5462"/>
                  </a:lnTo>
                  <a:lnTo>
                    <a:pt x="2587" y="6755"/>
                  </a:lnTo>
                  <a:lnTo>
                    <a:pt x="1725" y="7905"/>
                  </a:lnTo>
                  <a:lnTo>
                    <a:pt x="1150" y="9342"/>
                  </a:lnTo>
                  <a:lnTo>
                    <a:pt x="575" y="10636"/>
                  </a:lnTo>
                  <a:lnTo>
                    <a:pt x="287" y="12073"/>
                  </a:lnTo>
                  <a:lnTo>
                    <a:pt x="0" y="13654"/>
                  </a:lnTo>
                  <a:lnTo>
                    <a:pt x="0" y="15235"/>
                  </a:lnTo>
                  <a:lnTo>
                    <a:pt x="0" y="194315"/>
                  </a:lnTo>
                  <a:lnTo>
                    <a:pt x="0" y="195896"/>
                  </a:lnTo>
                  <a:lnTo>
                    <a:pt x="287" y="197333"/>
                  </a:lnTo>
                  <a:lnTo>
                    <a:pt x="575" y="198771"/>
                  </a:lnTo>
                  <a:lnTo>
                    <a:pt x="1150" y="200208"/>
                  </a:lnTo>
                  <a:lnTo>
                    <a:pt x="1725" y="201501"/>
                  </a:lnTo>
                  <a:lnTo>
                    <a:pt x="2587" y="202795"/>
                  </a:lnTo>
                  <a:lnTo>
                    <a:pt x="3449" y="203945"/>
                  </a:lnTo>
                  <a:lnTo>
                    <a:pt x="4455" y="205095"/>
                  </a:lnTo>
                  <a:lnTo>
                    <a:pt x="5462" y="206101"/>
                  </a:lnTo>
                  <a:lnTo>
                    <a:pt x="6611" y="206963"/>
                  </a:lnTo>
                  <a:lnTo>
                    <a:pt x="7905" y="207682"/>
                  </a:lnTo>
                  <a:lnTo>
                    <a:pt x="9198" y="208256"/>
                  </a:lnTo>
                  <a:lnTo>
                    <a:pt x="10636" y="208831"/>
                  </a:lnTo>
                  <a:lnTo>
                    <a:pt x="12073" y="209263"/>
                  </a:lnTo>
                  <a:lnTo>
                    <a:pt x="13654" y="209406"/>
                  </a:lnTo>
                  <a:lnTo>
                    <a:pt x="15091" y="209550"/>
                  </a:lnTo>
                  <a:lnTo>
                    <a:pt x="119434" y="209550"/>
                  </a:lnTo>
                  <a:lnTo>
                    <a:pt x="121015" y="209406"/>
                  </a:lnTo>
                  <a:lnTo>
                    <a:pt x="122453" y="209263"/>
                  </a:lnTo>
                  <a:lnTo>
                    <a:pt x="123890" y="208831"/>
                  </a:lnTo>
                  <a:lnTo>
                    <a:pt x="125327" y="208256"/>
                  </a:lnTo>
                  <a:lnTo>
                    <a:pt x="126620" y="207682"/>
                  </a:lnTo>
                  <a:lnTo>
                    <a:pt x="127914" y="206963"/>
                  </a:lnTo>
                  <a:lnTo>
                    <a:pt x="129064" y="206101"/>
                  </a:lnTo>
                  <a:lnTo>
                    <a:pt x="130214" y="205095"/>
                  </a:lnTo>
                  <a:lnTo>
                    <a:pt x="131076" y="203945"/>
                  </a:lnTo>
                  <a:lnTo>
                    <a:pt x="132082" y="202795"/>
                  </a:lnTo>
                  <a:lnTo>
                    <a:pt x="132801" y="201501"/>
                  </a:lnTo>
                  <a:lnTo>
                    <a:pt x="133375" y="200208"/>
                  </a:lnTo>
                  <a:lnTo>
                    <a:pt x="133950" y="198771"/>
                  </a:lnTo>
                  <a:lnTo>
                    <a:pt x="134382" y="197333"/>
                  </a:lnTo>
                  <a:lnTo>
                    <a:pt x="134525" y="195896"/>
                  </a:lnTo>
                  <a:lnTo>
                    <a:pt x="134669" y="194315"/>
                  </a:lnTo>
                  <a:lnTo>
                    <a:pt x="134669" y="70712"/>
                  </a:lnTo>
                  <a:lnTo>
                    <a:pt x="134525" y="69131"/>
                  </a:lnTo>
                  <a:lnTo>
                    <a:pt x="134382" y="67550"/>
                  </a:lnTo>
                  <a:lnTo>
                    <a:pt x="133950" y="66113"/>
                  </a:lnTo>
                  <a:lnTo>
                    <a:pt x="133375" y="64676"/>
                  </a:lnTo>
                  <a:lnTo>
                    <a:pt x="132801" y="63382"/>
                  </a:lnTo>
                  <a:lnTo>
                    <a:pt x="132082" y="62089"/>
                  </a:lnTo>
                  <a:lnTo>
                    <a:pt x="131076" y="60939"/>
                  </a:lnTo>
                  <a:lnTo>
                    <a:pt x="130214" y="59933"/>
                  </a:lnTo>
                  <a:lnTo>
                    <a:pt x="129064" y="58927"/>
                  </a:lnTo>
                  <a:lnTo>
                    <a:pt x="127914" y="58065"/>
                  </a:lnTo>
                  <a:lnTo>
                    <a:pt x="126620" y="57346"/>
                  </a:lnTo>
                  <a:lnTo>
                    <a:pt x="125327" y="56627"/>
                  </a:lnTo>
                  <a:lnTo>
                    <a:pt x="123890" y="56196"/>
                  </a:lnTo>
                  <a:lnTo>
                    <a:pt x="122453" y="55765"/>
                  </a:lnTo>
                  <a:lnTo>
                    <a:pt x="121015" y="55478"/>
                  </a:lnTo>
                  <a:lnTo>
                    <a:pt x="95576" y="55478"/>
                  </a:lnTo>
                  <a:lnTo>
                    <a:pt x="93995" y="55334"/>
                  </a:lnTo>
                  <a:lnTo>
                    <a:pt x="92414" y="55190"/>
                  </a:lnTo>
                  <a:lnTo>
                    <a:pt x="90977" y="54759"/>
                  </a:lnTo>
                  <a:lnTo>
                    <a:pt x="89540" y="54184"/>
                  </a:lnTo>
                  <a:lnTo>
                    <a:pt x="88246" y="53609"/>
                  </a:lnTo>
                  <a:lnTo>
                    <a:pt x="86953" y="52891"/>
                  </a:lnTo>
                  <a:lnTo>
                    <a:pt x="85803" y="52028"/>
                  </a:lnTo>
                  <a:lnTo>
                    <a:pt x="84797" y="51022"/>
                  </a:lnTo>
                  <a:lnTo>
                    <a:pt x="83791" y="49872"/>
                  </a:lnTo>
                  <a:lnTo>
                    <a:pt x="82929" y="48723"/>
                  </a:lnTo>
                  <a:lnTo>
                    <a:pt x="82210" y="47429"/>
                  </a:lnTo>
                  <a:lnTo>
                    <a:pt x="81491" y="46135"/>
                  </a:lnTo>
                  <a:lnTo>
                    <a:pt x="81060" y="44698"/>
                  </a:lnTo>
                  <a:lnTo>
                    <a:pt x="80629" y="43261"/>
                  </a:lnTo>
                  <a:lnTo>
                    <a:pt x="80341" y="41824"/>
                  </a:lnTo>
                  <a:lnTo>
                    <a:pt x="80341" y="40243"/>
                  </a:lnTo>
                  <a:lnTo>
                    <a:pt x="80341" y="15235"/>
                  </a:lnTo>
                  <a:lnTo>
                    <a:pt x="80198" y="13654"/>
                  </a:lnTo>
                  <a:lnTo>
                    <a:pt x="80054" y="12073"/>
                  </a:lnTo>
                  <a:lnTo>
                    <a:pt x="79623" y="10636"/>
                  </a:lnTo>
                  <a:lnTo>
                    <a:pt x="79048" y="9342"/>
                  </a:lnTo>
                  <a:lnTo>
                    <a:pt x="78473" y="7905"/>
                  </a:lnTo>
                  <a:lnTo>
                    <a:pt x="77754" y="6755"/>
                  </a:lnTo>
                  <a:lnTo>
                    <a:pt x="76892" y="5462"/>
                  </a:lnTo>
                  <a:lnTo>
                    <a:pt x="75886" y="4455"/>
                  </a:lnTo>
                  <a:lnTo>
                    <a:pt x="74736" y="3449"/>
                  </a:lnTo>
                  <a:lnTo>
                    <a:pt x="73586" y="2587"/>
                  </a:lnTo>
                  <a:lnTo>
                    <a:pt x="72293" y="1868"/>
                  </a:lnTo>
                  <a:lnTo>
                    <a:pt x="70999" y="1150"/>
                  </a:lnTo>
                  <a:lnTo>
                    <a:pt x="69562" y="719"/>
                  </a:lnTo>
                  <a:lnTo>
                    <a:pt x="68125" y="287"/>
                  </a:lnTo>
                  <a:lnTo>
                    <a:pt x="66688" y="0"/>
                  </a:lnTo>
                  <a:close/>
                </a:path>
              </a:pathLst>
            </a:custGeom>
            <a:solidFill>
              <a:srgbClr val="AECB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65" name="Google Shape;465;p19"/>
            <p:cNvSpPr txBox="1"/>
            <p:nvPr/>
          </p:nvSpPr>
          <p:spPr>
            <a:xfrm>
              <a:off x="6630521" y="2136073"/>
              <a:ext cx="1585200" cy="1544700"/>
            </a:xfrm>
            <a:prstGeom prst="rect">
              <a:avLst/>
            </a:prstGeom>
            <a:noFill/>
            <a:ln>
              <a:noFill/>
            </a:ln>
          </p:spPr>
          <p:txBody>
            <a:bodyPr anchorCtr="0" anchor="b" bIns="18275" lIns="0" spcFirstLastPara="1" rIns="0" wrap="square" tIns="18275">
              <a:noAutofit/>
            </a:bodyPr>
            <a:lstStyle/>
            <a:p>
              <a:pPr indent="0" lvl="0" marL="0" rtl="0" algn="l">
                <a:spcBef>
                  <a:spcPts val="0"/>
                </a:spcBef>
                <a:spcAft>
                  <a:spcPts val="0"/>
                </a:spcAft>
                <a:buNone/>
              </a:pPr>
              <a:r>
                <a:rPr lang="en" sz="2600">
                  <a:solidFill>
                    <a:srgbClr val="010101"/>
                  </a:solidFill>
                  <a:latin typeface="Fjalla One"/>
                  <a:ea typeface="Fjalla One"/>
                  <a:cs typeface="Fjalla One"/>
                  <a:sym typeface="Fjalla One"/>
                </a:rPr>
                <a:t>Create Chatroom</a:t>
              </a:r>
              <a:endParaRPr sz="2600">
                <a:solidFill>
                  <a:srgbClr val="010101"/>
                </a:solidFill>
                <a:latin typeface="Fjalla One"/>
                <a:ea typeface="Fjalla One"/>
                <a:cs typeface="Fjalla One"/>
                <a:sym typeface="Fjalla One"/>
              </a:endParaRPr>
            </a:p>
          </p:txBody>
        </p:sp>
        <p:sp>
          <p:nvSpPr>
            <p:cNvPr id="466" name="Google Shape;466;p19"/>
            <p:cNvSpPr txBox="1"/>
            <p:nvPr/>
          </p:nvSpPr>
          <p:spPr>
            <a:xfrm>
              <a:off x="918694" y="1243373"/>
              <a:ext cx="864900" cy="89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800">
                  <a:solidFill>
                    <a:srgbClr val="010101"/>
                  </a:solidFill>
                  <a:latin typeface="Fjalla One"/>
                  <a:ea typeface="Fjalla One"/>
                  <a:cs typeface="Fjalla One"/>
                  <a:sym typeface="Fjalla One"/>
                </a:rPr>
                <a:t>01</a:t>
              </a:r>
              <a:endParaRPr sz="5800">
                <a:solidFill>
                  <a:srgbClr val="010101"/>
                </a:solidFill>
                <a:latin typeface="Fjalla One"/>
                <a:ea typeface="Fjalla One"/>
                <a:cs typeface="Fjalla One"/>
                <a:sym typeface="Fjalla One"/>
              </a:endParaRPr>
            </a:p>
          </p:txBody>
        </p:sp>
        <p:sp>
          <p:nvSpPr>
            <p:cNvPr id="467" name="Google Shape;467;p19"/>
            <p:cNvSpPr txBox="1"/>
            <p:nvPr/>
          </p:nvSpPr>
          <p:spPr>
            <a:xfrm>
              <a:off x="2823940" y="1243373"/>
              <a:ext cx="864900" cy="89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800">
                  <a:solidFill>
                    <a:srgbClr val="010101"/>
                  </a:solidFill>
                  <a:latin typeface="Fjalla One"/>
                  <a:ea typeface="Fjalla One"/>
                  <a:cs typeface="Fjalla One"/>
                  <a:sym typeface="Fjalla One"/>
                </a:rPr>
                <a:t>02</a:t>
              </a:r>
              <a:endParaRPr sz="5800">
                <a:solidFill>
                  <a:srgbClr val="010101"/>
                </a:solidFill>
                <a:latin typeface="Fjalla One"/>
                <a:ea typeface="Fjalla One"/>
                <a:cs typeface="Fjalla One"/>
                <a:sym typeface="Fjalla One"/>
              </a:endParaRPr>
            </a:p>
          </p:txBody>
        </p:sp>
        <p:sp>
          <p:nvSpPr>
            <p:cNvPr id="468" name="Google Shape;468;p19"/>
            <p:cNvSpPr txBox="1"/>
            <p:nvPr/>
          </p:nvSpPr>
          <p:spPr>
            <a:xfrm>
              <a:off x="4729195" y="1243373"/>
              <a:ext cx="864900" cy="89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800">
                  <a:solidFill>
                    <a:srgbClr val="010101"/>
                  </a:solidFill>
                  <a:latin typeface="Fjalla One"/>
                  <a:ea typeface="Fjalla One"/>
                  <a:cs typeface="Fjalla One"/>
                  <a:sym typeface="Fjalla One"/>
                </a:rPr>
                <a:t>03</a:t>
              </a:r>
              <a:endParaRPr sz="5800">
                <a:solidFill>
                  <a:srgbClr val="010101"/>
                </a:solidFill>
                <a:latin typeface="Fjalla One"/>
                <a:ea typeface="Fjalla One"/>
                <a:cs typeface="Fjalla One"/>
                <a:sym typeface="Fjalla One"/>
              </a:endParaRPr>
            </a:p>
          </p:txBody>
        </p:sp>
        <p:sp>
          <p:nvSpPr>
            <p:cNvPr id="469" name="Google Shape;469;p19"/>
            <p:cNvSpPr txBox="1"/>
            <p:nvPr/>
          </p:nvSpPr>
          <p:spPr>
            <a:xfrm>
              <a:off x="6630520" y="1243373"/>
              <a:ext cx="864900" cy="89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5800">
                  <a:solidFill>
                    <a:srgbClr val="010101"/>
                  </a:solidFill>
                  <a:latin typeface="Fjalla One"/>
                  <a:ea typeface="Fjalla One"/>
                  <a:cs typeface="Fjalla One"/>
                  <a:sym typeface="Fjalla One"/>
                </a:rPr>
                <a:t>04</a:t>
              </a:r>
              <a:endParaRPr sz="5800">
                <a:solidFill>
                  <a:srgbClr val="010101"/>
                </a:solidFill>
                <a:latin typeface="Fjalla One"/>
                <a:ea typeface="Fjalla One"/>
                <a:cs typeface="Fjalla One"/>
                <a:sym typeface="Fjalla One"/>
              </a:endParaRPr>
            </a:p>
          </p:txBody>
        </p:sp>
      </p:grpSp>
      <p:sp>
        <p:nvSpPr>
          <p:cNvPr id="470" name="Google Shape;470;p19"/>
          <p:cNvSpPr txBox="1"/>
          <p:nvPr/>
        </p:nvSpPr>
        <p:spPr>
          <a:xfrm>
            <a:off x="712950" y="458325"/>
            <a:ext cx="7333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2"/>
                </a:solidFill>
                <a:latin typeface="Outfit"/>
                <a:ea typeface="Outfit"/>
                <a:cs typeface="Outfit"/>
                <a:sym typeface="Outfit"/>
              </a:rPr>
              <a:t>Main Goal for the Week : Finish Database Models and start connecting frontend with backend</a:t>
            </a:r>
            <a:endParaRPr b="1" sz="1700">
              <a:solidFill>
                <a:schemeClr val="dk2"/>
              </a:solidFill>
              <a:latin typeface="Outfit"/>
              <a:ea typeface="Outfit"/>
              <a:cs typeface="Outfit"/>
              <a:sym typeface="Outfi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2E7E6"/>
        </a:solidFill>
      </p:bgPr>
    </p:bg>
    <p:spTree>
      <p:nvGrpSpPr>
        <p:cNvPr id="474" name="Shape 474"/>
        <p:cNvGrpSpPr/>
        <p:nvPr/>
      </p:nvGrpSpPr>
      <p:grpSpPr>
        <a:xfrm>
          <a:off x="0" y="0"/>
          <a:ext cx="0" cy="0"/>
          <a:chOff x="0" y="0"/>
          <a:chExt cx="0" cy="0"/>
        </a:xfrm>
      </p:grpSpPr>
      <p:sp>
        <p:nvSpPr>
          <p:cNvPr id="475" name="Google Shape;475;p20"/>
          <p:cNvSpPr txBox="1"/>
          <p:nvPr>
            <p:ph type="title"/>
          </p:nvPr>
        </p:nvSpPr>
        <p:spPr>
          <a:xfrm>
            <a:off x="250675" y="308575"/>
            <a:ext cx="7030500" cy="6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highlight>
                  <a:srgbClr val="F0EEE6"/>
                </a:highlight>
              </a:rPr>
              <a:t>User Authentication:</a:t>
            </a:r>
            <a:endParaRPr>
              <a:highlight>
                <a:srgbClr val="F0EEE6"/>
              </a:highlight>
            </a:endParaRPr>
          </a:p>
        </p:txBody>
      </p:sp>
      <p:sp>
        <p:nvSpPr>
          <p:cNvPr id="476" name="Google Shape;476;p20"/>
          <p:cNvSpPr txBox="1"/>
          <p:nvPr>
            <p:ph idx="1" type="body"/>
          </p:nvPr>
        </p:nvSpPr>
        <p:spPr>
          <a:xfrm>
            <a:off x="250675" y="1032775"/>
            <a:ext cx="6196500" cy="34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User Authentication System</a:t>
            </a:r>
            <a:endParaRPr sz="1600"/>
          </a:p>
          <a:p>
            <a:pPr indent="0" lvl="0" marL="0" rtl="0" algn="l">
              <a:spcBef>
                <a:spcPts val="1200"/>
              </a:spcBef>
              <a:spcAft>
                <a:spcPts val="0"/>
              </a:spcAft>
              <a:buNone/>
            </a:pPr>
            <a:r>
              <a:rPr lang="en" sz="1600"/>
              <a:t>Built a dedicated 'accounts' app to handle all auth logic</a:t>
            </a:r>
            <a:endParaRPr sz="1600"/>
          </a:p>
          <a:p>
            <a:pPr indent="0" lvl="0" marL="0" rtl="0" algn="l">
              <a:spcBef>
                <a:spcPts val="1200"/>
              </a:spcBef>
              <a:spcAft>
                <a:spcPts val="0"/>
              </a:spcAft>
              <a:buNone/>
            </a:pPr>
            <a:r>
              <a:rPr lang="en" sz="1600"/>
              <a:t>separately from the main app (core)</a:t>
            </a:r>
            <a:endParaRPr sz="1600"/>
          </a:p>
          <a:p>
            <a:pPr indent="0" lvl="0" marL="0" rtl="0" algn="l">
              <a:spcBef>
                <a:spcPts val="1200"/>
              </a:spcBef>
              <a:spcAft>
                <a:spcPts val="0"/>
              </a:spcAft>
              <a:buNone/>
            </a:pPr>
            <a:r>
              <a:rPr lang="en" sz="1600" u="sng"/>
              <a:t>Features:</a:t>
            </a:r>
            <a:endParaRPr sz="1600" u="sng"/>
          </a:p>
          <a:p>
            <a:pPr indent="0" lvl="0" marL="0" rtl="0" algn="l">
              <a:spcBef>
                <a:spcPts val="1200"/>
              </a:spcBef>
              <a:spcAft>
                <a:spcPts val="0"/>
              </a:spcAft>
              <a:buNone/>
            </a:pPr>
            <a:r>
              <a:rPr lang="en" sz="1600"/>
              <a:t>- Login &amp; Signup</a:t>
            </a:r>
            <a:endParaRPr sz="1600"/>
          </a:p>
          <a:p>
            <a:pPr indent="0" lvl="0" marL="0" rtl="0" algn="l">
              <a:spcBef>
                <a:spcPts val="1200"/>
              </a:spcBef>
              <a:spcAft>
                <a:spcPts val="0"/>
              </a:spcAft>
              <a:buNone/>
            </a:pPr>
            <a:r>
              <a:rPr lang="en" sz="1600"/>
              <a:t>- Logout  </a:t>
            </a:r>
            <a:endParaRPr sz="1600"/>
          </a:p>
          <a:p>
            <a:pPr indent="0" lvl="0" marL="0" rtl="0" algn="l">
              <a:spcBef>
                <a:spcPts val="1200"/>
              </a:spcBef>
              <a:spcAft>
                <a:spcPts val="0"/>
              </a:spcAft>
              <a:buNone/>
            </a:pPr>
            <a:r>
              <a:rPr lang="en" sz="1600"/>
              <a:t>- Forgot Password</a:t>
            </a:r>
            <a:endParaRPr sz="1600"/>
          </a:p>
          <a:p>
            <a:pPr indent="0" lvl="0" marL="0" rtl="0" algn="l">
              <a:spcBef>
                <a:spcPts val="1200"/>
              </a:spcBef>
              <a:spcAft>
                <a:spcPts val="0"/>
              </a:spcAft>
              <a:buNone/>
            </a:pPr>
            <a:r>
              <a:rPr lang="en" sz="1600"/>
              <a:t>- All pages protected from unauthorized access</a:t>
            </a:r>
            <a:endParaRPr sz="1600"/>
          </a:p>
          <a:p>
            <a:pPr indent="0" lvl="0" marL="0" rtl="0" algn="l">
              <a:spcBef>
                <a:spcPts val="1200"/>
              </a:spcBef>
              <a:spcAft>
                <a:spcPts val="1200"/>
              </a:spcAft>
              <a:buNone/>
            </a:pPr>
            <a:r>
              <a:t/>
            </a:r>
            <a:endParaRPr sz="1600"/>
          </a:p>
        </p:txBody>
      </p:sp>
      <p:pic>
        <p:nvPicPr>
          <p:cNvPr id="477" name="Google Shape;477;p20" title="Screenshot 2026-02-26 170704.png"/>
          <p:cNvPicPr preferRelativeResize="0"/>
          <p:nvPr/>
        </p:nvPicPr>
        <p:blipFill>
          <a:blip r:embed="rId3">
            <a:alphaModFix/>
          </a:blip>
          <a:stretch>
            <a:fillRect/>
          </a:stretch>
        </p:blipFill>
        <p:spPr>
          <a:xfrm>
            <a:off x="5735850" y="2322463"/>
            <a:ext cx="3259000" cy="839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2E7E6"/>
        </a:solidFill>
      </p:bgPr>
    </p:bg>
    <p:spTree>
      <p:nvGrpSpPr>
        <p:cNvPr id="481" name="Shape 481"/>
        <p:cNvGrpSpPr/>
        <p:nvPr/>
      </p:nvGrpSpPr>
      <p:grpSpPr>
        <a:xfrm>
          <a:off x="0" y="0"/>
          <a:ext cx="0" cy="0"/>
          <a:chOff x="0" y="0"/>
          <a:chExt cx="0" cy="0"/>
        </a:xfrm>
      </p:grpSpPr>
      <p:sp>
        <p:nvSpPr>
          <p:cNvPr id="482" name="Google Shape;482;p21"/>
          <p:cNvSpPr txBox="1"/>
          <p:nvPr>
            <p:ph type="title"/>
          </p:nvPr>
        </p:nvSpPr>
        <p:spPr>
          <a:xfrm>
            <a:off x="372800" y="30860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highlight>
                  <a:srgbClr val="F0EEE6"/>
                </a:highlight>
              </a:rPr>
              <a:t>App Architecture:</a:t>
            </a:r>
            <a:endParaRPr>
              <a:highlight>
                <a:srgbClr val="F0EEE6"/>
              </a:highlight>
            </a:endParaRPr>
          </a:p>
        </p:txBody>
      </p:sp>
      <p:sp>
        <p:nvSpPr>
          <p:cNvPr id="483" name="Google Shape;483;p21"/>
          <p:cNvSpPr txBox="1"/>
          <p:nvPr>
            <p:ph idx="1" type="body"/>
          </p:nvPr>
        </p:nvSpPr>
        <p:spPr>
          <a:xfrm>
            <a:off x="142450" y="941200"/>
            <a:ext cx="8714700" cy="35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00"/>
                </a:solidFill>
              </a:rPr>
              <a:t>To keep the project clean and maintainable, authentication logic was separated into its own dedicated app called </a:t>
            </a:r>
            <a:r>
              <a:rPr lang="en" sz="1800">
                <a:solidFill>
                  <a:srgbClr val="188038"/>
                </a:solidFill>
              </a:rPr>
              <a:t>accounts</a:t>
            </a:r>
            <a:r>
              <a:rPr lang="en" sz="1800">
                <a:solidFill>
                  <a:srgbClr val="000000"/>
                </a:solidFill>
              </a:rPr>
              <a:t>, following Django's separation of concerns principle. The </a:t>
            </a:r>
            <a:r>
              <a:rPr lang="en" sz="1800">
                <a:solidFill>
                  <a:srgbClr val="188038"/>
                </a:solidFill>
              </a:rPr>
              <a:t>accounts</a:t>
            </a:r>
            <a:r>
              <a:rPr lang="en" sz="1800">
                <a:solidFill>
                  <a:srgbClr val="000000"/>
                </a:solidFill>
              </a:rPr>
              <a:t> app handles everything auth-related — login, signup, logout, and password reset — while the </a:t>
            </a:r>
            <a:r>
              <a:rPr lang="en" sz="1800">
                <a:solidFill>
                  <a:srgbClr val="188038"/>
                </a:solidFill>
              </a:rPr>
              <a:t>core</a:t>
            </a:r>
            <a:r>
              <a:rPr lang="en" sz="1800">
                <a:solidFill>
                  <a:srgbClr val="000000"/>
                </a:solidFill>
              </a:rPr>
              <a:t> app focuses solely on the main features like dashboard, rooms, tasks, and friends. This structure makes it easy to find, maintain, and scale each part of the project independently, and mirrors how real-world Django projects are built.</a:t>
            </a:r>
            <a:endParaRPr sz="1800">
              <a:solidFill>
                <a:srgbClr val="000000"/>
              </a:solidFill>
            </a:endParaRPr>
          </a:p>
          <a:p>
            <a:pPr indent="0" lvl="0" marL="0" rtl="0" algn="l">
              <a:spcBef>
                <a:spcPts val="1200"/>
              </a:spcBef>
              <a:spcAft>
                <a:spcPts val="0"/>
              </a:spcAft>
              <a:buNone/>
            </a:pPr>
            <a:r>
              <a:rPr lang="en" sz="1400">
                <a:solidFill>
                  <a:srgbClr val="141413"/>
                </a:solidFill>
                <a:highlight>
                  <a:srgbClr val="F0EEE6"/>
                </a:highlight>
              </a:rPr>
              <a:t>Why separate?</a:t>
            </a:r>
            <a:endParaRPr sz="1400">
              <a:solidFill>
                <a:srgbClr val="000000"/>
              </a:solidFill>
            </a:endParaRPr>
          </a:p>
          <a:p>
            <a:pPr indent="0" lvl="0" marL="0" rtl="0" algn="l">
              <a:spcBef>
                <a:spcPts val="1200"/>
              </a:spcBef>
              <a:spcAft>
                <a:spcPts val="0"/>
              </a:spcAft>
              <a:buNone/>
            </a:pPr>
            <a:r>
              <a:rPr lang="en" sz="1400">
                <a:solidFill>
                  <a:srgbClr val="141413"/>
                </a:solidFill>
                <a:highlight>
                  <a:srgbClr val="F0EEE6"/>
                </a:highlight>
              </a:rPr>
              <a:t>Clean separation of concerns (by assigning each app to do one job)</a:t>
            </a:r>
            <a:endParaRPr sz="1400">
              <a:solidFill>
                <a:srgbClr val="141413"/>
              </a:solidFill>
              <a:highlight>
                <a:srgbClr val="F0EEE6"/>
              </a:highlight>
            </a:endParaRPr>
          </a:p>
          <a:p>
            <a:pPr indent="0" lvl="0" marL="0" rtl="0" algn="l">
              <a:spcBef>
                <a:spcPts val="1200"/>
              </a:spcBef>
              <a:spcAft>
                <a:spcPts val="0"/>
              </a:spcAft>
              <a:buNone/>
            </a:pPr>
            <a:r>
              <a:rPr lang="en" sz="1400">
                <a:solidFill>
                  <a:srgbClr val="141413"/>
                </a:solidFill>
                <a:highlight>
                  <a:srgbClr val="F0EEE6"/>
                </a:highlight>
              </a:rPr>
              <a:t>Easy to find and maintain auth logic &amp;  industry standard practice</a:t>
            </a:r>
            <a:endParaRPr sz="1400">
              <a:solidFill>
                <a:srgbClr val="141413"/>
              </a:solidFill>
              <a:highlight>
                <a:srgbClr val="F0EEE6"/>
              </a:highlight>
            </a:endParaRPr>
          </a:p>
          <a:p>
            <a:pPr indent="0" lvl="0" marL="0" rtl="0" algn="l">
              <a:spcBef>
                <a:spcPts val="1200"/>
              </a:spcBef>
              <a:spcAft>
                <a:spcPts val="0"/>
              </a:spcAft>
              <a:buNone/>
            </a:pPr>
            <a:r>
              <a:t/>
            </a:r>
            <a:endParaRPr sz="1200">
              <a:solidFill>
                <a:srgbClr val="000000"/>
              </a:solidFill>
            </a:endParaRPr>
          </a:p>
          <a:p>
            <a:pPr indent="0" lvl="0" marL="0" rtl="0" algn="l">
              <a:spcBef>
                <a:spcPts val="1200"/>
              </a:spcBef>
              <a:spcAft>
                <a:spcPts val="0"/>
              </a:spcAft>
              <a:buNone/>
            </a:pPr>
            <a:r>
              <a:t/>
            </a:r>
            <a:endParaRPr sz="1200">
              <a:solidFill>
                <a:srgbClr val="000000"/>
              </a:solidFill>
            </a:endParaRPr>
          </a:p>
          <a:p>
            <a:pPr indent="0" lvl="0" marL="0" rtl="0" algn="l">
              <a:spcBef>
                <a:spcPts val="1200"/>
              </a:spcBef>
              <a:spcAft>
                <a:spcPts val="0"/>
              </a:spcAft>
              <a:buNone/>
            </a:pPr>
            <a:r>
              <a:t/>
            </a:r>
            <a:endParaRPr sz="1800">
              <a:solidFill>
                <a:srgbClr val="000000"/>
              </a:solidFill>
            </a:endParaRPr>
          </a:p>
          <a:p>
            <a:pPr indent="0" lvl="0" marL="0" rtl="0" algn="l">
              <a:spcBef>
                <a:spcPts val="1200"/>
              </a:spcBef>
              <a:spcAft>
                <a:spcPts val="0"/>
              </a:spcAft>
              <a:buNone/>
            </a:pPr>
            <a:r>
              <a:t/>
            </a:r>
            <a:endParaRPr sz="1800">
              <a:solidFill>
                <a:srgbClr val="000000"/>
              </a:solidFill>
            </a:endParaRPr>
          </a:p>
          <a:p>
            <a:pPr indent="0" lvl="0" marL="0" rtl="0" algn="l">
              <a:spcBef>
                <a:spcPts val="1200"/>
              </a:spcBef>
              <a:spcAft>
                <a:spcPts val="1200"/>
              </a:spcAft>
              <a:buNone/>
            </a:pPr>
            <a:r>
              <a:t/>
            </a:r>
            <a:endParaRPr sz="1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2E7E6"/>
        </a:solidFill>
      </p:bgPr>
    </p:bg>
    <p:spTree>
      <p:nvGrpSpPr>
        <p:cNvPr id="487" name="Shape 487"/>
        <p:cNvGrpSpPr/>
        <p:nvPr/>
      </p:nvGrpSpPr>
      <p:grpSpPr>
        <a:xfrm>
          <a:off x="0" y="0"/>
          <a:ext cx="0" cy="0"/>
          <a:chOff x="0" y="0"/>
          <a:chExt cx="0" cy="0"/>
        </a:xfrm>
      </p:grpSpPr>
      <p:sp>
        <p:nvSpPr>
          <p:cNvPr id="488" name="Google Shape;488;p22"/>
          <p:cNvSpPr txBox="1"/>
          <p:nvPr>
            <p:ph idx="1" type="body"/>
          </p:nvPr>
        </p:nvSpPr>
        <p:spPr>
          <a:xfrm>
            <a:off x="100050" y="770675"/>
            <a:ext cx="8943900" cy="375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solidFill>
                  <a:srgbClr val="000000"/>
                </a:solidFill>
              </a:rPr>
              <a:t>Three layers of security were implemented to protect the application. First, all forms use </a:t>
            </a:r>
            <a:r>
              <a:rPr lang="en" sz="1600">
                <a:solidFill>
                  <a:srgbClr val="188038"/>
                </a:solidFill>
              </a:rPr>
              <a:t>{% csrf_token %}</a:t>
            </a:r>
            <a:r>
              <a:rPr lang="en" sz="1600">
                <a:solidFill>
                  <a:srgbClr val="000000"/>
                </a:solidFill>
              </a:rPr>
              <a:t> which prevents “Cross-Site Request Forgery” attacks by ensuring form submissions only come from our site. Second, every protected page uses </a:t>
            </a:r>
            <a:r>
              <a:rPr lang="en" sz="1600">
                <a:solidFill>
                  <a:srgbClr val="188038"/>
                </a:solidFill>
              </a:rPr>
              <a:t>@login_required</a:t>
            </a:r>
            <a:r>
              <a:rPr lang="en" sz="1600">
                <a:solidFill>
                  <a:srgbClr val="000000"/>
                </a:solidFill>
              </a:rPr>
              <a:t> which automatically redirects unauthorized users to the login page if they try to access the dashboard, rooms, tasks, or any other feature. Third, Django's built-in </a:t>
            </a:r>
            <a:r>
              <a:rPr lang="en" sz="1600">
                <a:solidFill>
                  <a:srgbClr val="188038"/>
                </a:solidFill>
              </a:rPr>
              <a:t>create_user()</a:t>
            </a:r>
            <a:r>
              <a:rPr lang="en" sz="1600">
                <a:solidFill>
                  <a:srgbClr val="000000"/>
                </a:solidFill>
              </a:rPr>
              <a:t> method automatically hashes passwords before storing them in the database, meaning plain text passwords are never saved.</a:t>
            </a:r>
            <a:endParaRPr sz="1800"/>
          </a:p>
        </p:txBody>
      </p:sp>
      <p:sp>
        <p:nvSpPr>
          <p:cNvPr id="489" name="Google Shape;489;p22"/>
          <p:cNvSpPr txBox="1"/>
          <p:nvPr/>
        </p:nvSpPr>
        <p:spPr>
          <a:xfrm>
            <a:off x="100050" y="208600"/>
            <a:ext cx="61323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dk2"/>
                </a:solidFill>
                <a:highlight>
                  <a:srgbClr val="F0EEE6"/>
                </a:highlight>
                <a:latin typeface="Outfit"/>
                <a:ea typeface="Outfit"/>
                <a:cs typeface="Outfit"/>
                <a:sym typeface="Outfit"/>
              </a:rPr>
              <a:t>Security Features:</a:t>
            </a:r>
            <a:endParaRPr b="1" sz="2800">
              <a:solidFill>
                <a:schemeClr val="dk2"/>
              </a:solidFill>
              <a:highlight>
                <a:srgbClr val="F0EEE6"/>
              </a:highlight>
              <a:latin typeface="Outfit"/>
              <a:ea typeface="Outfit"/>
              <a:cs typeface="Outfit"/>
              <a:sym typeface="Outfit"/>
            </a:endParaRPr>
          </a:p>
        </p:txBody>
      </p:sp>
      <p:pic>
        <p:nvPicPr>
          <p:cNvPr id="490" name="Google Shape;490;p22" title="Screenshot 2026-02-26 173630.png"/>
          <p:cNvPicPr preferRelativeResize="0"/>
          <p:nvPr/>
        </p:nvPicPr>
        <p:blipFill>
          <a:blip r:embed="rId3">
            <a:alphaModFix/>
          </a:blip>
          <a:stretch>
            <a:fillRect/>
          </a:stretch>
        </p:blipFill>
        <p:spPr>
          <a:xfrm>
            <a:off x="189150" y="2902800"/>
            <a:ext cx="5051024" cy="985225"/>
          </a:xfrm>
          <a:prstGeom prst="rect">
            <a:avLst/>
          </a:prstGeom>
          <a:noFill/>
          <a:ln>
            <a:noFill/>
          </a:ln>
        </p:spPr>
      </p:pic>
      <p:pic>
        <p:nvPicPr>
          <p:cNvPr id="491" name="Google Shape;491;p22" title="Screenshot 2026-02-26 174504.png"/>
          <p:cNvPicPr preferRelativeResize="0"/>
          <p:nvPr/>
        </p:nvPicPr>
        <p:blipFill>
          <a:blip r:embed="rId4">
            <a:alphaModFix/>
          </a:blip>
          <a:stretch>
            <a:fillRect/>
          </a:stretch>
        </p:blipFill>
        <p:spPr>
          <a:xfrm>
            <a:off x="189150" y="4024250"/>
            <a:ext cx="7203050" cy="501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2E7E6"/>
        </a:solidFill>
      </p:bgPr>
    </p:bg>
    <p:spTree>
      <p:nvGrpSpPr>
        <p:cNvPr id="495" name="Shape 495"/>
        <p:cNvGrpSpPr/>
        <p:nvPr/>
      </p:nvGrpSpPr>
      <p:grpSpPr>
        <a:xfrm>
          <a:off x="0" y="0"/>
          <a:ext cx="0" cy="0"/>
          <a:chOff x="0" y="0"/>
          <a:chExt cx="0" cy="0"/>
        </a:xfrm>
      </p:grpSpPr>
      <p:sp>
        <p:nvSpPr>
          <p:cNvPr id="496" name="Google Shape;496;p23"/>
          <p:cNvSpPr txBox="1"/>
          <p:nvPr>
            <p:ph type="title"/>
          </p:nvPr>
        </p:nvSpPr>
        <p:spPr>
          <a:xfrm>
            <a:off x="206125" y="727425"/>
            <a:ext cx="7030500" cy="61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highlight>
                  <a:srgbClr val="F0EEE6"/>
                </a:highlight>
              </a:rPr>
              <a:t>F</a:t>
            </a:r>
            <a:r>
              <a:rPr lang="en">
                <a:highlight>
                  <a:srgbClr val="F0EEE6"/>
                </a:highlight>
              </a:rPr>
              <a:t>orgot Password Flow:</a:t>
            </a:r>
            <a:endParaRPr>
              <a:highlight>
                <a:srgbClr val="F0EEE6"/>
              </a:highlight>
            </a:endParaRPr>
          </a:p>
        </p:txBody>
      </p:sp>
      <p:sp>
        <p:nvSpPr>
          <p:cNvPr id="497" name="Google Shape;497;p23"/>
          <p:cNvSpPr txBox="1"/>
          <p:nvPr>
            <p:ph idx="1" type="body"/>
          </p:nvPr>
        </p:nvSpPr>
        <p:spPr>
          <a:xfrm>
            <a:off x="142450" y="1375000"/>
            <a:ext cx="3957000" cy="316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018"/>
              <a:buNone/>
            </a:pPr>
            <a:r>
              <a:rPr lang="en" sz="1600"/>
              <a:t>Django 6's built-in password reset system uses a token-based approach that had compatibility issues during development — tokens were being invalidated immediately due to a session handling change in Django 6. Instead of fighting the framework, a custom session-based solution was built.</a:t>
            </a:r>
            <a:endParaRPr sz="1600"/>
          </a:p>
          <a:p>
            <a:pPr indent="0" lvl="0" marL="0" rtl="0" algn="l">
              <a:lnSpc>
                <a:spcPct val="115000"/>
              </a:lnSpc>
              <a:spcBef>
                <a:spcPts val="0"/>
              </a:spcBef>
              <a:spcAft>
                <a:spcPts val="0"/>
              </a:spcAft>
              <a:buSzPts val="1018"/>
              <a:buNone/>
            </a:pPr>
            <a:r>
              <a:t/>
            </a:r>
            <a:endParaRPr sz="1600"/>
          </a:p>
          <a:p>
            <a:pPr indent="0" lvl="0" marL="0" rtl="0" algn="l">
              <a:lnSpc>
                <a:spcPct val="115000"/>
              </a:lnSpc>
              <a:spcBef>
                <a:spcPts val="0"/>
              </a:spcBef>
              <a:spcAft>
                <a:spcPts val="0"/>
              </a:spcAft>
              <a:buSzPts val="1018"/>
              <a:buNone/>
            </a:pPr>
            <a:r>
              <a:t/>
            </a:r>
            <a:endParaRPr sz="1600"/>
          </a:p>
        </p:txBody>
      </p:sp>
      <p:sp>
        <p:nvSpPr>
          <p:cNvPr id="498" name="Google Shape;498;p23"/>
          <p:cNvSpPr txBox="1"/>
          <p:nvPr>
            <p:ph type="title"/>
          </p:nvPr>
        </p:nvSpPr>
        <p:spPr>
          <a:xfrm>
            <a:off x="4863400" y="758025"/>
            <a:ext cx="3368400" cy="556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F0EEE6"/>
                </a:highlight>
              </a:rPr>
              <a:t>How it works:</a:t>
            </a:r>
            <a:endParaRPr>
              <a:highlight>
                <a:srgbClr val="F0EEE6"/>
              </a:highlight>
            </a:endParaRPr>
          </a:p>
        </p:txBody>
      </p:sp>
      <p:sp>
        <p:nvSpPr>
          <p:cNvPr id="499" name="Google Shape;499;p23"/>
          <p:cNvSpPr txBox="1"/>
          <p:nvPr>
            <p:ph idx="1" type="body"/>
          </p:nvPr>
        </p:nvSpPr>
        <p:spPr>
          <a:xfrm>
            <a:off x="4774300" y="1344825"/>
            <a:ext cx="4174500" cy="3228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600"/>
              <a:t>User enters email</a:t>
            </a:r>
            <a:endParaRPr sz="1600"/>
          </a:p>
          <a:p>
            <a:pPr indent="0" lvl="0" marL="0" rtl="0" algn="l">
              <a:spcBef>
                <a:spcPts val="0"/>
              </a:spcBef>
              <a:spcAft>
                <a:spcPts val="0"/>
              </a:spcAft>
              <a:buNone/>
            </a:pPr>
            <a:r>
              <a:rPr lang="en" sz="1600"/>
              <a:t>      ↓</a:t>
            </a:r>
            <a:endParaRPr sz="1600"/>
          </a:p>
          <a:p>
            <a:pPr indent="0" lvl="0" marL="0" rtl="0" algn="l">
              <a:spcBef>
                <a:spcPts val="0"/>
              </a:spcBef>
              <a:spcAft>
                <a:spcPts val="0"/>
              </a:spcAft>
              <a:buNone/>
            </a:pPr>
            <a:r>
              <a:rPr lang="en" sz="1600"/>
              <a:t>User found in database → ID stored in session</a:t>
            </a:r>
            <a:endParaRPr sz="1600"/>
          </a:p>
          <a:p>
            <a:pPr indent="0" lvl="0" marL="0" rtl="0" algn="l">
              <a:spcBef>
                <a:spcPts val="0"/>
              </a:spcBef>
              <a:spcAft>
                <a:spcPts val="0"/>
              </a:spcAft>
              <a:buNone/>
            </a:pPr>
            <a:r>
              <a:rPr lang="en" sz="1600"/>
              <a:t>      ↓</a:t>
            </a:r>
            <a:endParaRPr sz="1600"/>
          </a:p>
          <a:p>
            <a:pPr indent="0" lvl="0" marL="0" rtl="0" algn="l">
              <a:spcBef>
                <a:spcPts val="0"/>
              </a:spcBef>
              <a:spcAft>
                <a:spcPts val="0"/>
              </a:spcAft>
              <a:buNone/>
            </a:pPr>
            <a:r>
              <a:rPr lang="en" sz="1600"/>
              <a:t>Redirected to reset page</a:t>
            </a:r>
            <a:endParaRPr sz="1600"/>
          </a:p>
          <a:p>
            <a:pPr indent="0" lvl="0" marL="0" rtl="0" algn="l">
              <a:spcBef>
                <a:spcPts val="0"/>
              </a:spcBef>
              <a:spcAft>
                <a:spcPts val="0"/>
              </a:spcAft>
              <a:buNone/>
            </a:pPr>
            <a:r>
              <a:rPr lang="en" sz="1600"/>
              <a:t>      ↓</a:t>
            </a:r>
            <a:endParaRPr sz="1600"/>
          </a:p>
          <a:p>
            <a:pPr indent="0" lvl="0" marL="0" rtl="0" algn="l">
              <a:spcBef>
                <a:spcPts val="0"/>
              </a:spcBef>
              <a:spcAft>
                <a:spcPts val="0"/>
              </a:spcAft>
              <a:buNone/>
            </a:pPr>
            <a:r>
              <a:rPr lang="en" sz="1600"/>
              <a:t>User enters new password → hashed and saved</a:t>
            </a:r>
            <a:endParaRPr sz="1600"/>
          </a:p>
          <a:p>
            <a:pPr indent="0" lvl="0" marL="0" rtl="0" algn="l">
              <a:spcBef>
                <a:spcPts val="0"/>
              </a:spcBef>
              <a:spcAft>
                <a:spcPts val="0"/>
              </a:spcAft>
              <a:buNone/>
            </a:pPr>
            <a:r>
              <a:rPr lang="en" sz="1600"/>
              <a:t>      ↓</a:t>
            </a:r>
            <a:endParaRPr sz="1600"/>
          </a:p>
          <a:p>
            <a:pPr indent="0" lvl="0" marL="0" rtl="0" algn="l">
              <a:spcBef>
                <a:spcPts val="0"/>
              </a:spcBef>
              <a:spcAft>
                <a:spcPts val="0"/>
              </a:spcAft>
              <a:buNone/>
            </a:pPr>
            <a:r>
              <a:rPr lang="en" sz="1600"/>
              <a:t>Session cleared → redirected to login</a:t>
            </a:r>
            <a:endParaRPr sz="1600"/>
          </a:p>
        </p:txBody>
      </p:sp>
      <p:cxnSp>
        <p:nvCxnSpPr>
          <p:cNvPr id="500" name="Google Shape;500;p23"/>
          <p:cNvCxnSpPr/>
          <p:nvPr/>
        </p:nvCxnSpPr>
        <p:spPr>
          <a:xfrm>
            <a:off x="4532400" y="827550"/>
            <a:ext cx="0" cy="3450300"/>
          </a:xfrm>
          <a:prstGeom prst="straightConnector1">
            <a:avLst/>
          </a:prstGeom>
          <a:noFill/>
          <a:ln cap="flat" cmpd="sng" w="19050">
            <a:solidFill>
              <a:schemeClr val="dk2"/>
            </a:solidFill>
            <a:prstDash val="lgDashDot"/>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04" name="Shape 504"/>
        <p:cNvGrpSpPr/>
        <p:nvPr/>
      </p:nvGrpSpPr>
      <p:grpSpPr>
        <a:xfrm>
          <a:off x="0" y="0"/>
          <a:ext cx="0" cy="0"/>
          <a:chOff x="0" y="0"/>
          <a:chExt cx="0" cy="0"/>
        </a:xfrm>
      </p:grpSpPr>
      <p:pic>
        <p:nvPicPr>
          <p:cNvPr id="505" name="Google Shape;505;p24" title="8a594e3d-d3d6-4631-b16e-c89a87780394.mp4">
            <a:hlinkClick r:id="rId3"/>
          </p:cNvPr>
          <p:cNvPicPr preferRelativeResize="0"/>
          <p:nvPr/>
        </p:nvPicPr>
        <p:blipFill>
          <a:blip r:embed="rId4">
            <a:alphaModFix/>
          </a:blip>
          <a:stretch>
            <a:fillRect/>
          </a:stretch>
        </p:blipFill>
        <p:spPr>
          <a:xfrm>
            <a:off x="152400" y="152400"/>
            <a:ext cx="8602132"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313"/>
        </a:solidFill>
      </p:bgPr>
    </p:bg>
    <p:spTree>
      <p:nvGrpSpPr>
        <p:cNvPr id="509" name="Shape 509"/>
        <p:cNvGrpSpPr/>
        <p:nvPr/>
      </p:nvGrpSpPr>
      <p:grpSpPr>
        <a:xfrm>
          <a:off x="0" y="0"/>
          <a:ext cx="0" cy="0"/>
          <a:chOff x="0" y="0"/>
          <a:chExt cx="0" cy="0"/>
        </a:xfrm>
      </p:grpSpPr>
      <p:sp>
        <p:nvSpPr>
          <p:cNvPr id="510" name="Google Shape;510;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11" name="Google Shape;511;p2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12" name="Google Shape;512;p25" title="Screenshot 2026-02-26 182732.png"/>
          <p:cNvPicPr preferRelativeResize="0"/>
          <p:nvPr/>
        </p:nvPicPr>
        <p:blipFill>
          <a:blip r:embed="rId3">
            <a:alphaModFix/>
          </a:blip>
          <a:stretch>
            <a:fillRect/>
          </a:stretch>
        </p:blipFill>
        <p:spPr>
          <a:xfrm>
            <a:off x="0" y="0"/>
            <a:ext cx="9144001" cy="4531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16" name="Shape 516"/>
        <p:cNvGrpSpPr/>
        <p:nvPr/>
      </p:nvGrpSpPr>
      <p:grpSpPr>
        <a:xfrm>
          <a:off x="0" y="0"/>
          <a:ext cx="0" cy="0"/>
          <a:chOff x="0" y="0"/>
          <a:chExt cx="0" cy="0"/>
        </a:xfrm>
      </p:grpSpPr>
      <p:sp>
        <p:nvSpPr>
          <p:cNvPr id="517" name="Google Shape;517;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18" name="Google Shape;518;p2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19" name="Google Shape;519;p26" title="Screenshot 2026-02-26 182822.png"/>
          <p:cNvPicPr preferRelativeResize="0"/>
          <p:nvPr/>
        </p:nvPicPr>
        <p:blipFill>
          <a:blip r:embed="rId3">
            <a:alphaModFix/>
          </a:blip>
          <a:stretch>
            <a:fillRect/>
          </a:stretch>
        </p:blipFill>
        <p:spPr>
          <a:xfrm>
            <a:off x="44088" y="0"/>
            <a:ext cx="9055824" cy="4531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23" name="Shape 523"/>
        <p:cNvGrpSpPr/>
        <p:nvPr/>
      </p:nvGrpSpPr>
      <p:grpSpPr>
        <a:xfrm>
          <a:off x="0" y="0"/>
          <a:ext cx="0" cy="0"/>
          <a:chOff x="0" y="0"/>
          <a:chExt cx="0" cy="0"/>
        </a:xfrm>
      </p:grpSpPr>
      <p:sp>
        <p:nvSpPr>
          <p:cNvPr id="524" name="Google Shape;524;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25" name="Google Shape;525;p2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26" name="Google Shape;526;p27" title="Screenshot 2026-02-26 182909.png"/>
          <p:cNvPicPr preferRelativeResize="0"/>
          <p:nvPr/>
        </p:nvPicPr>
        <p:blipFill>
          <a:blip r:embed="rId3">
            <a:alphaModFix/>
          </a:blip>
          <a:stretch>
            <a:fillRect/>
          </a:stretch>
        </p:blipFill>
        <p:spPr>
          <a:xfrm>
            <a:off x="0" y="0"/>
            <a:ext cx="9144001" cy="4531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7B7B7"/>
        </a:solidFill>
      </p:bgPr>
    </p:bg>
    <p:spTree>
      <p:nvGrpSpPr>
        <p:cNvPr id="530" name="Shape 530"/>
        <p:cNvGrpSpPr/>
        <p:nvPr/>
      </p:nvGrpSpPr>
      <p:grpSpPr>
        <a:xfrm>
          <a:off x="0" y="0"/>
          <a:ext cx="0" cy="0"/>
          <a:chOff x="0" y="0"/>
          <a:chExt cx="0" cy="0"/>
        </a:xfrm>
      </p:grpSpPr>
      <p:sp>
        <p:nvSpPr>
          <p:cNvPr id="531" name="Google Shape;531;p28"/>
          <p:cNvSpPr txBox="1"/>
          <p:nvPr>
            <p:ph type="title"/>
          </p:nvPr>
        </p:nvSpPr>
        <p:spPr>
          <a:xfrm>
            <a:off x="0" y="0"/>
            <a:ext cx="8334300" cy="159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32" name="Google Shape;532;p28"/>
          <p:cNvSpPr txBox="1"/>
          <p:nvPr>
            <p:ph idx="1" type="body"/>
          </p:nvPr>
        </p:nvSpPr>
        <p:spPr>
          <a:xfrm>
            <a:off x="0" y="159810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33" name="Google Shape;533;p28" title="Screenshot 2026-02-26 185342.png"/>
          <p:cNvPicPr preferRelativeResize="0"/>
          <p:nvPr/>
        </p:nvPicPr>
        <p:blipFill>
          <a:blip r:embed="rId3">
            <a:alphaModFix/>
          </a:blip>
          <a:stretch>
            <a:fillRect/>
          </a:stretch>
        </p:blipFill>
        <p:spPr>
          <a:xfrm>
            <a:off x="0" y="0"/>
            <a:ext cx="6446750" cy="4599224"/>
          </a:xfrm>
          <a:prstGeom prst="rect">
            <a:avLst/>
          </a:prstGeom>
          <a:noFill/>
          <a:ln>
            <a:noFill/>
          </a:ln>
        </p:spPr>
      </p:pic>
      <p:pic>
        <p:nvPicPr>
          <p:cNvPr id="534" name="Google Shape;534;p28" title="Screenshot 2026-02-26 182616.png"/>
          <p:cNvPicPr preferRelativeResize="0"/>
          <p:nvPr/>
        </p:nvPicPr>
        <p:blipFill>
          <a:blip r:embed="rId4">
            <a:alphaModFix/>
          </a:blip>
          <a:stretch>
            <a:fillRect/>
          </a:stretch>
        </p:blipFill>
        <p:spPr>
          <a:xfrm>
            <a:off x="4201875" y="4044050"/>
            <a:ext cx="4743450" cy="609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38" name="Shape 538"/>
        <p:cNvGrpSpPr/>
        <p:nvPr/>
      </p:nvGrpSpPr>
      <p:grpSpPr>
        <a:xfrm>
          <a:off x="0" y="0"/>
          <a:ext cx="0" cy="0"/>
          <a:chOff x="0" y="0"/>
          <a:chExt cx="0" cy="0"/>
        </a:xfrm>
      </p:grpSpPr>
      <p:sp>
        <p:nvSpPr>
          <p:cNvPr id="539" name="Google Shape;539;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40" name="Google Shape;540;p2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41" name="Google Shape;541;p29" title="Screenshot 2026-02-26 182943.png"/>
          <p:cNvPicPr preferRelativeResize="0"/>
          <p:nvPr/>
        </p:nvPicPr>
        <p:blipFill>
          <a:blip r:embed="rId3">
            <a:alphaModFix/>
          </a:blip>
          <a:stretch>
            <a:fillRect/>
          </a:stretch>
        </p:blipFill>
        <p:spPr>
          <a:xfrm>
            <a:off x="1090125" y="0"/>
            <a:ext cx="6698899" cy="4634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45" name="Shape 545"/>
        <p:cNvGrpSpPr/>
        <p:nvPr/>
      </p:nvGrpSpPr>
      <p:grpSpPr>
        <a:xfrm>
          <a:off x="0" y="0"/>
          <a:ext cx="0" cy="0"/>
          <a:chOff x="0" y="0"/>
          <a:chExt cx="0" cy="0"/>
        </a:xfrm>
      </p:grpSpPr>
      <p:sp>
        <p:nvSpPr>
          <p:cNvPr id="546" name="Google Shape;546;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47" name="Google Shape;547;p3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48" name="Google Shape;548;p30" title="Screenshot 2026-02-26 185701.png"/>
          <p:cNvPicPr preferRelativeResize="0"/>
          <p:nvPr/>
        </p:nvPicPr>
        <p:blipFill>
          <a:blip r:embed="rId3">
            <a:alphaModFix/>
          </a:blip>
          <a:stretch>
            <a:fillRect/>
          </a:stretch>
        </p:blipFill>
        <p:spPr>
          <a:xfrm>
            <a:off x="0" y="374847"/>
            <a:ext cx="9143999" cy="415680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552" name="Shape 552"/>
        <p:cNvGrpSpPr/>
        <p:nvPr/>
      </p:nvGrpSpPr>
      <p:grpSpPr>
        <a:xfrm>
          <a:off x="0" y="0"/>
          <a:ext cx="0" cy="0"/>
          <a:chOff x="0" y="0"/>
          <a:chExt cx="0" cy="0"/>
        </a:xfrm>
      </p:grpSpPr>
      <p:sp>
        <p:nvSpPr>
          <p:cNvPr id="553" name="Google Shape;553;p3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54" name="Google Shape;554;p31" title="Screenshot 2026-02-26 183106.png"/>
          <p:cNvPicPr preferRelativeResize="0"/>
          <p:nvPr/>
        </p:nvPicPr>
        <p:blipFill>
          <a:blip r:embed="rId3">
            <a:alphaModFix/>
          </a:blip>
          <a:stretch>
            <a:fillRect/>
          </a:stretch>
        </p:blipFill>
        <p:spPr>
          <a:xfrm>
            <a:off x="1500825" y="0"/>
            <a:ext cx="5219800" cy="45316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66666"/>
        </a:solidFill>
      </p:bgPr>
    </p:bg>
    <p:spTree>
      <p:nvGrpSpPr>
        <p:cNvPr id="558" name="Shape 558"/>
        <p:cNvGrpSpPr/>
        <p:nvPr/>
      </p:nvGrpSpPr>
      <p:grpSpPr>
        <a:xfrm>
          <a:off x="0" y="0"/>
          <a:ext cx="0" cy="0"/>
          <a:chOff x="0" y="0"/>
          <a:chExt cx="0" cy="0"/>
        </a:xfrm>
      </p:grpSpPr>
      <p:sp>
        <p:nvSpPr>
          <p:cNvPr id="559" name="Google Shape;559;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560" name="Google Shape;560;p32"/>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1" name="Google Shape;561;p32" title="Screenshot 2026-02-26 183144.png"/>
          <p:cNvPicPr preferRelativeResize="0"/>
          <p:nvPr/>
        </p:nvPicPr>
        <p:blipFill>
          <a:blip r:embed="rId3">
            <a:alphaModFix/>
          </a:blip>
          <a:stretch>
            <a:fillRect/>
          </a:stretch>
        </p:blipFill>
        <p:spPr>
          <a:xfrm>
            <a:off x="0" y="0"/>
            <a:ext cx="4645950" cy="4531650"/>
          </a:xfrm>
          <a:prstGeom prst="rect">
            <a:avLst/>
          </a:prstGeom>
          <a:noFill/>
          <a:ln>
            <a:noFill/>
          </a:ln>
        </p:spPr>
      </p:pic>
      <p:pic>
        <p:nvPicPr>
          <p:cNvPr id="562" name="Google Shape;562;p32" title="Screenshot 2026-02-26 183447.png"/>
          <p:cNvPicPr preferRelativeResize="0"/>
          <p:nvPr/>
        </p:nvPicPr>
        <p:blipFill>
          <a:blip r:embed="rId4">
            <a:alphaModFix/>
          </a:blip>
          <a:stretch>
            <a:fillRect/>
          </a:stretch>
        </p:blipFill>
        <p:spPr>
          <a:xfrm>
            <a:off x="4487675" y="0"/>
            <a:ext cx="4594801" cy="4531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66" name="Shape 566"/>
        <p:cNvGrpSpPr/>
        <p:nvPr/>
      </p:nvGrpSpPr>
      <p:grpSpPr>
        <a:xfrm>
          <a:off x="0" y="0"/>
          <a:ext cx="0" cy="0"/>
          <a:chOff x="0" y="0"/>
          <a:chExt cx="0" cy="0"/>
        </a:xfrm>
      </p:grpSpPr>
      <p:sp>
        <p:nvSpPr>
          <p:cNvPr id="567" name="Google Shape;567;p33"/>
          <p:cNvSpPr txBox="1"/>
          <p:nvPr/>
        </p:nvSpPr>
        <p:spPr>
          <a:xfrm>
            <a:off x="318300" y="331000"/>
            <a:ext cx="5143500" cy="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highlight>
                  <a:srgbClr val="F0EEE6"/>
                </a:highlight>
                <a:latin typeface="Outfit"/>
                <a:ea typeface="Outfit"/>
                <a:cs typeface="Outfit"/>
                <a:sym typeface="Outfit"/>
              </a:rPr>
              <a:t>Django Channel Setup </a:t>
            </a:r>
            <a:endParaRPr b="1" sz="3200">
              <a:solidFill>
                <a:schemeClr val="dk2"/>
              </a:solidFill>
              <a:highlight>
                <a:srgbClr val="F0EEE6"/>
              </a:highlight>
              <a:latin typeface="Outfit"/>
              <a:ea typeface="Outfit"/>
              <a:cs typeface="Outfit"/>
              <a:sym typeface="Outfit"/>
            </a:endParaRPr>
          </a:p>
        </p:txBody>
      </p:sp>
      <p:sp>
        <p:nvSpPr>
          <p:cNvPr id="568" name="Google Shape;568;p33"/>
          <p:cNvSpPr txBox="1"/>
          <p:nvPr/>
        </p:nvSpPr>
        <p:spPr>
          <a:xfrm>
            <a:off x="318300" y="1171300"/>
            <a:ext cx="4519800" cy="31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Lato"/>
                <a:ea typeface="Lato"/>
                <a:cs typeface="Lato"/>
                <a:sym typeface="Lato"/>
              </a:rPr>
              <a:t>Installed and configured to enable WebSocket support within the application. </a:t>
            </a:r>
            <a:endParaRPr sz="1600">
              <a:solidFill>
                <a:schemeClr val="dk2"/>
              </a:solidFill>
              <a:latin typeface="Lato"/>
              <a:ea typeface="Lato"/>
              <a:cs typeface="Lato"/>
              <a:sym typeface="Lato"/>
            </a:endParaRPr>
          </a:p>
          <a:p>
            <a:pPr indent="-330200" lvl="0" marL="457200" rtl="0" algn="l">
              <a:lnSpc>
                <a:spcPct val="115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Django by default works using request-response cycle (HTTP) -&gt; this is one way</a:t>
            </a:r>
            <a:endParaRPr sz="1600">
              <a:solidFill>
                <a:schemeClr val="dk2"/>
              </a:solidFill>
              <a:latin typeface="Lato"/>
              <a:ea typeface="Lato"/>
              <a:cs typeface="Lato"/>
              <a:sym typeface="Lato"/>
            </a:endParaRPr>
          </a:p>
          <a:p>
            <a:pPr indent="-330200" lvl="0" marL="457200" rtl="0" algn="l">
              <a:lnSpc>
                <a:spcPct val="115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Django channels extends Django to </a:t>
            </a:r>
            <a:r>
              <a:rPr lang="en" sz="1600">
                <a:solidFill>
                  <a:schemeClr val="dk2"/>
                </a:solidFill>
                <a:latin typeface="Lato"/>
                <a:ea typeface="Lato"/>
                <a:cs typeface="Lato"/>
                <a:sym typeface="Lato"/>
              </a:rPr>
              <a:t>support</a:t>
            </a:r>
            <a:r>
              <a:rPr lang="en" sz="1600">
                <a:solidFill>
                  <a:schemeClr val="dk2"/>
                </a:solidFill>
                <a:latin typeface="Lato"/>
                <a:ea typeface="Lato"/>
                <a:cs typeface="Lato"/>
                <a:sym typeface="Lato"/>
              </a:rPr>
              <a:t> asynchronous communication and Websockets.</a:t>
            </a:r>
            <a:endParaRPr sz="1600">
              <a:solidFill>
                <a:schemeClr val="dk2"/>
              </a:solidFill>
              <a:latin typeface="Lato"/>
              <a:ea typeface="Lato"/>
              <a:cs typeface="Lato"/>
              <a:sym typeface="Lato"/>
            </a:endParaRPr>
          </a:p>
          <a:p>
            <a:pPr indent="0" lvl="0" marL="0" rtl="0" algn="l">
              <a:lnSpc>
                <a:spcPct val="115000"/>
              </a:lnSpc>
              <a:spcBef>
                <a:spcPts val="0"/>
              </a:spcBef>
              <a:spcAft>
                <a:spcPts val="0"/>
              </a:spcAft>
              <a:buNone/>
            </a:pPr>
            <a:r>
              <a:rPr b="1" lang="en" sz="1600">
                <a:solidFill>
                  <a:schemeClr val="dk2"/>
                </a:solidFill>
                <a:latin typeface="Lato"/>
                <a:ea typeface="Lato"/>
                <a:cs typeface="Lato"/>
                <a:sym typeface="Lato"/>
              </a:rPr>
              <a:t>Websockets: </a:t>
            </a:r>
            <a:r>
              <a:rPr lang="en" sz="1600">
                <a:solidFill>
                  <a:schemeClr val="dk2"/>
                </a:solidFill>
                <a:latin typeface="Lato"/>
                <a:ea typeface="Lato"/>
                <a:cs typeface="Lato"/>
                <a:sym typeface="Lato"/>
              </a:rPr>
              <a:t>communication protocol that creates a persistent, two-way connection between client and server.</a:t>
            </a:r>
            <a:endParaRPr sz="1600">
              <a:solidFill>
                <a:schemeClr val="dk2"/>
              </a:solidFill>
              <a:latin typeface="Lato"/>
              <a:ea typeface="Lato"/>
              <a:cs typeface="Lato"/>
              <a:sym typeface="Lato"/>
            </a:endParaRPr>
          </a:p>
        </p:txBody>
      </p:sp>
      <p:sp>
        <p:nvSpPr>
          <p:cNvPr id="569" name="Google Shape;569;p33"/>
          <p:cNvSpPr txBox="1"/>
          <p:nvPr/>
        </p:nvSpPr>
        <p:spPr>
          <a:xfrm>
            <a:off x="4990725" y="1094800"/>
            <a:ext cx="3959400" cy="50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highlight>
                  <a:srgbClr val="F0EEE6"/>
                </a:highlight>
                <a:latin typeface="Outfit"/>
                <a:ea typeface="Outfit"/>
                <a:cs typeface="Outfit"/>
                <a:sym typeface="Outfit"/>
              </a:rPr>
              <a:t>How it works in our project:</a:t>
            </a:r>
            <a:endParaRPr b="1" sz="2000">
              <a:solidFill>
                <a:schemeClr val="dk2"/>
              </a:solidFill>
              <a:highlight>
                <a:srgbClr val="F0EEE6"/>
              </a:highlight>
              <a:latin typeface="Outfit"/>
              <a:ea typeface="Outfit"/>
              <a:cs typeface="Outfit"/>
              <a:sym typeface="Outfit"/>
            </a:endParaRPr>
          </a:p>
        </p:txBody>
      </p:sp>
      <p:sp>
        <p:nvSpPr>
          <p:cNvPr id="570" name="Google Shape;570;p33"/>
          <p:cNvSpPr txBox="1"/>
          <p:nvPr/>
        </p:nvSpPr>
        <p:spPr>
          <a:xfrm>
            <a:off x="5143500" y="1667825"/>
            <a:ext cx="3654000" cy="275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Lato"/>
                <a:ea typeface="Lato"/>
                <a:cs typeface="Lato"/>
                <a:sym typeface="Lato"/>
              </a:rPr>
              <a:t>Needed for : Chatroom texts, timer and state changes</a:t>
            </a:r>
            <a:endParaRPr>
              <a:solidFill>
                <a:schemeClr val="dk2"/>
              </a:solidFill>
              <a:latin typeface="Lato"/>
              <a:ea typeface="Lato"/>
              <a:cs typeface="Lato"/>
              <a:sym typeface="Lato"/>
            </a:endParaRPr>
          </a:p>
          <a:p>
            <a:pPr indent="-317500" lvl="0" marL="457200" rtl="0" algn="l">
              <a:lnSpc>
                <a:spcPct val="115000"/>
              </a:lnSpc>
              <a:spcBef>
                <a:spcPts val="0"/>
              </a:spcBef>
              <a:spcAft>
                <a:spcPts val="0"/>
              </a:spcAft>
              <a:buClr>
                <a:schemeClr val="dk2"/>
              </a:buClr>
              <a:buSzPts val="1400"/>
              <a:buFont typeface="Lato"/>
              <a:buChar char="❏"/>
            </a:pPr>
            <a:r>
              <a:rPr lang="en">
                <a:solidFill>
                  <a:schemeClr val="dk2"/>
                </a:solidFill>
                <a:latin typeface="Lato"/>
                <a:ea typeface="Lato"/>
                <a:cs typeface="Lato"/>
                <a:sym typeface="Lato"/>
              </a:rPr>
              <a:t>Browser connects to server using Websockets.</a:t>
            </a:r>
            <a:endParaRPr>
              <a:solidFill>
                <a:schemeClr val="dk2"/>
              </a:solidFill>
              <a:latin typeface="Lato"/>
              <a:ea typeface="Lato"/>
              <a:cs typeface="Lato"/>
              <a:sym typeface="Lato"/>
            </a:endParaRPr>
          </a:p>
          <a:p>
            <a:pPr indent="-317500" lvl="0" marL="457200" rtl="0" algn="l">
              <a:lnSpc>
                <a:spcPct val="115000"/>
              </a:lnSpc>
              <a:spcBef>
                <a:spcPts val="0"/>
              </a:spcBef>
              <a:spcAft>
                <a:spcPts val="0"/>
              </a:spcAft>
              <a:buClr>
                <a:schemeClr val="dk2"/>
              </a:buClr>
              <a:buSzPts val="1400"/>
              <a:buFont typeface="Lato"/>
              <a:buChar char="❏"/>
            </a:pPr>
            <a:r>
              <a:rPr lang="en">
                <a:solidFill>
                  <a:schemeClr val="dk2"/>
                </a:solidFill>
                <a:latin typeface="Lato"/>
                <a:ea typeface="Lato"/>
                <a:cs typeface="Lato"/>
                <a:sym typeface="Lato"/>
              </a:rPr>
              <a:t>When there is an update all users receive it instantly </a:t>
            </a:r>
            <a:endParaRPr>
              <a:solidFill>
                <a:schemeClr val="dk2"/>
              </a:solidFill>
              <a:latin typeface="Lato"/>
              <a:ea typeface="Lato"/>
              <a:cs typeface="Lato"/>
              <a:sym typeface="Lato"/>
            </a:endParaRPr>
          </a:p>
        </p:txBody>
      </p:sp>
      <p:pic>
        <p:nvPicPr>
          <p:cNvPr id="571" name="Google Shape;571;p33" title="Screenshot 2026-03-01 at 12.17.19 AM.png"/>
          <p:cNvPicPr preferRelativeResize="0"/>
          <p:nvPr/>
        </p:nvPicPr>
        <p:blipFill>
          <a:blip r:embed="rId3">
            <a:alphaModFix/>
          </a:blip>
          <a:stretch>
            <a:fillRect/>
          </a:stretch>
        </p:blipFill>
        <p:spPr>
          <a:xfrm>
            <a:off x="5461800" y="1538524"/>
            <a:ext cx="2791451" cy="2384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75" name="Shape 575"/>
        <p:cNvGrpSpPr/>
        <p:nvPr/>
      </p:nvGrpSpPr>
      <p:grpSpPr>
        <a:xfrm>
          <a:off x="0" y="0"/>
          <a:ext cx="0" cy="0"/>
          <a:chOff x="0" y="0"/>
          <a:chExt cx="0" cy="0"/>
        </a:xfrm>
      </p:grpSpPr>
      <p:sp>
        <p:nvSpPr>
          <p:cNvPr id="576" name="Google Shape;576;p34"/>
          <p:cNvSpPr txBox="1"/>
          <p:nvPr/>
        </p:nvSpPr>
        <p:spPr>
          <a:xfrm>
            <a:off x="318300" y="331000"/>
            <a:ext cx="5143500" cy="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highlight>
                  <a:srgbClr val="F0EEE6"/>
                </a:highlight>
                <a:latin typeface="Outfit"/>
                <a:ea typeface="Outfit"/>
                <a:cs typeface="Outfit"/>
                <a:sym typeface="Outfit"/>
              </a:rPr>
              <a:t>Database Models </a:t>
            </a:r>
            <a:endParaRPr b="1" sz="3200">
              <a:solidFill>
                <a:schemeClr val="dk2"/>
              </a:solidFill>
              <a:highlight>
                <a:srgbClr val="F0EEE6"/>
              </a:highlight>
              <a:latin typeface="Outfit"/>
              <a:ea typeface="Outfit"/>
              <a:cs typeface="Outfit"/>
              <a:sym typeface="Outfit"/>
            </a:endParaRPr>
          </a:p>
        </p:txBody>
      </p:sp>
      <p:sp>
        <p:nvSpPr>
          <p:cNvPr id="577" name="Google Shape;577;p34"/>
          <p:cNvSpPr txBox="1"/>
          <p:nvPr/>
        </p:nvSpPr>
        <p:spPr>
          <a:xfrm>
            <a:off x="318300" y="1171300"/>
            <a:ext cx="2597100" cy="31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Lato"/>
                <a:ea typeface="Lato"/>
                <a:cs typeface="Lato"/>
                <a:sym typeface="Lato"/>
              </a:rPr>
              <a:t>To implement the chatrooms, user messages and sessions we created database models</a:t>
            </a:r>
            <a:endParaRPr sz="1600">
              <a:solidFill>
                <a:schemeClr val="dk2"/>
              </a:solidFill>
              <a:latin typeface="Lato"/>
              <a:ea typeface="Lato"/>
              <a:cs typeface="Lato"/>
              <a:sym typeface="Lato"/>
            </a:endParaRPr>
          </a:p>
          <a:p>
            <a:pPr indent="-330200" lvl="0" marL="457200" rtl="0" algn="l">
              <a:lnSpc>
                <a:spcPct val="115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Rooms: Responsible for all room information such as unique id, name, description and customizable settings</a:t>
            </a:r>
            <a:endParaRPr sz="1600">
              <a:solidFill>
                <a:schemeClr val="dk2"/>
              </a:solidFill>
              <a:latin typeface="Lato"/>
              <a:ea typeface="Lato"/>
              <a:cs typeface="Lato"/>
              <a:sym typeface="Lato"/>
            </a:endParaRPr>
          </a:p>
          <a:p>
            <a:pPr indent="0" lvl="0" marL="457200" rtl="0" algn="l">
              <a:lnSpc>
                <a:spcPct val="115000"/>
              </a:lnSpc>
              <a:spcBef>
                <a:spcPts val="0"/>
              </a:spcBef>
              <a:spcAft>
                <a:spcPts val="0"/>
              </a:spcAft>
              <a:buNone/>
            </a:pPr>
            <a:r>
              <a:t/>
            </a:r>
            <a:endParaRPr sz="1600">
              <a:solidFill>
                <a:schemeClr val="dk2"/>
              </a:solidFill>
              <a:latin typeface="Lato"/>
              <a:ea typeface="Lato"/>
              <a:cs typeface="Lato"/>
              <a:sym typeface="Lato"/>
            </a:endParaRPr>
          </a:p>
        </p:txBody>
      </p:sp>
      <p:pic>
        <p:nvPicPr>
          <p:cNvPr id="578" name="Google Shape;578;p34" title="Screenshot 2026-03-01 at 12.19.52 AM.png"/>
          <p:cNvPicPr preferRelativeResize="0"/>
          <p:nvPr/>
        </p:nvPicPr>
        <p:blipFill>
          <a:blip r:embed="rId3">
            <a:alphaModFix/>
          </a:blip>
          <a:stretch>
            <a:fillRect/>
          </a:stretch>
        </p:blipFill>
        <p:spPr>
          <a:xfrm>
            <a:off x="3203680" y="970825"/>
            <a:ext cx="5746545" cy="3238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82" name="Shape 582"/>
        <p:cNvGrpSpPr/>
        <p:nvPr/>
      </p:nvGrpSpPr>
      <p:grpSpPr>
        <a:xfrm>
          <a:off x="0" y="0"/>
          <a:ext cx="0" cy="0"/>
          <a:chOff x="0" y="0"/>
          <a:chExt cx="0" cy="0"/>
        </a:xfrm>
      </p:grpSpPr>
      <p:sp>
        <p:nvSpPr>
          <p:cNvPr id="583" name="Google Shape;583;p35"/>
          <p:cNvSpPr txBox="1"/>
          <p:nvPr/>
        </p:nvSpPr>
        <p:spPr>
          <a:xfrm>
            <a:off x="318300" y="331000"/>
            <a:ext cx="5143500" cy="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highlight>
                  <a:srgbClr val="F0EEE6"/>
                </a:highlight>
                <a:latin typeface="Outfit"/>
                <a:ea typeface="Outfit"/>
                <a:cs typeface="Outfit"/>
                <a:sym typeface="Outfit"/>
              </a:rPr>
              <a:t>Database Models </a:t>
            </a:r>
            <a:endParaRPr b="1" sz="3200">
              <a:solidFill>
                <a:schemeClr val="dk2"/>
              </a:solidFill>
              <a:highlight>
                <a:srgbClr val="F0EEE6"/>
              </a:highlight>
              <a:latin typeface="Outfit"/>
              <a:ea typeface="Outfit"/>
              <a:cs typeface="Outfit"/>
              <a:sym typeface="Outfit"/>
            </a:endParaRPr>
          </a:p>
        </p:txBody>
      </p:sp>
      <p:sp>
        <p:nvSpPr>
          <p:cNvPr id="584" name="Google Shape;584;p35"/>
          <p:cNvSpPr txBox="1"/>
          <p:nvPr/>
        </p:nvSpPr>
        <p:spPr>
          <a:xfrm>
            <a:off x="318300" y="1171300"/>
            <a:ext cx="3806700" cy="31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Lato"/>
                <a:ea typeface="Lato"/>
                <a:cs typeface="Lato"/>
                <a:sym typeface="Lato"/>
              </a:rPr>
              <a:t>To implement the chatrooms, user messages and sessions we created database models</a:t>
            </a:r>
            <a:endParaRPr sz="1600">
              <a:solidFill>
                <a:schemeClr val="dk2"/>
              </a:solidFill>
              <a:latin typeface="Lato"/>
              <a:ea typeface="Lato"/>
              <a:cs typeface="Lato"/>
              <a:sym typeface="Lato"/>
            </a:endParaRPr>
          </a:p>
          <a:p>
            <a:pPr indent="-330200" lvl="0" marL="457200" rtl="0" algn="l">
              <a:lnSpc>
                <a:spcPct val="115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Messages: Contains user texts for a specific </a:t>
            </a:r>
            <a:r>
              <a:rPr lang="en" sz="1600">
                <a:solidFill>
                  <a:schemeClr val="dk2"/>
                </a:solidFill>
                <a:latin typeface="Lato"/>
                <a:ea typeface="Lato"/>
                <a:cs typeface="Lato"/>
                <a:sym typeface="Lato"/>
              </a:rPr>
              <a:t>chat room</a:t>
            </a:r>
            <a:r>
              <a:rPr lang="en" sz="1600">
                <a:solidFill>
                  <a:schemeClr val="dk2"/>
                </a:solidFill>
                <a:latin typeface="Lato"/>
                <a:ea typeface="Lato"/>
                <a:cs typeface="Lato"/>
                <a:sym typeface="Lato"/>
              </a:rPr>
              <a:t> instance</a:t>
            </a:r>
            <a:endParaRPr sz="1600">
              <a:solidFill>
                <a:schemeClr val="dk2"/>
              </a:solidFill>
              <a:latin typeface="Lato"/>
              <a:ea typeface="Lato"/>
              <a:cs typeface="Lato"/>
              <a:sym typeface="Lato"/>
            </a:endParaRPr>
          </a:p>
        </p:txBody>
      </p:sp>
      <p:pic>
        <p:nvPicPr>
          <p:cNvPr id="585" name="Google Shape;585;p35" title="Screenshot 2026-03-01 at 12.20.04 AM.png"/>
          <p:cNvPicPr preferRelativeResize="0"/>
          <p:nvPr/>
        </p:nvPicPr>
        <p:blipFill>
          <a:blip r:embed="rId3">
            <a:alphaModFix/>
          </a:blip>
          <a:stretch>
            <a:fillRect/>
          </a:stretch>
        </p:blipFill>
        <p:spPr>
          <a:xfrm>
            <a:off x="3857651" y="2571749"/>
            <a:ext cx="5032626" cy="1877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0E0E3"/>
        </a:solidFill>
      </p:bgPr>
    </p:bg>
    <p:spTree>
      <p:nvGrpSpPr>
        <p:cNvPr id="589" name="Shape 589"/>
        <p:cNvGrpSpPr/>
        <p:nvPr/>
      </p:nvGrpSpPr>
      <p:grpSpPr>
        <a:xfrm>
          <a:off x="0" y="0"/>
          <a:ext cx="0" cy="0"/>
          <a:chOff x="0" y="0"/>
          <a:chExt cx="0" cy="0"/>
        </a:xfrm>
      </p:grpSpPr>
      <p:sp>
        <p:nvSpPr>
          <p:cNvPr id="590" name="Google Shape;590;p36"/>
          <p:cNvSpPr txBox="1"/>
          <p:nvPr/>
        </p:nvSpPr>
        <p:spPr>
          <a:xfrm>
            <a:off x="318300" y="331000"/>
            <a:ext cx="5143500" cy="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highlight>
                  <a:srgbClr val="F0EEE6"/>
                </a:highlight>
                <a:latin typeface="Outfit"/>
                <a:ea typeface="Outfit"/>
                <a:cs typeface="Outfit"/>
                <a:sym typeface="Outfit"/>
              </a:rPr>
              <a:t>Database Models </a:t>
            </a:r>
            <a:endParaRPr b="1" sz="3200">
              <a:solidFill>
                <a:schemeClr val="dk2"/>
              </a:solidFill>
              <a:highlight>
                <a:srgbClr val="F0EEE6"/>
              </a:highlight>
              <a:latin typeface="Outfit"/>
              <a:ea typeface="Outfit"/>
              <a:cs typeface="Outfit"/>
              <a:sym typeface="Outfit"/>
            </a:endParaRPr>
          </a:p>
        </p:txBody>
      </p:sp>
      <p:sp>
        <p:nvSpPr>
          <p:cNvPr id="591" name="Google Shape;591;p36"/>
          <p:cNvSpPr txBox="1"/>
          <p:nvPr/>
        </p:nvSpPr>
        <p:spPr>
          <a:xfrm>
            <a:off x="318300" y="1171300"/>
            <a:ext cx="3603000" cy="31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2"/>
                </a:solidFill>
                <a:latin typeface="Lato"/>
                <a:ea typeface="Lato"/>
                <a:cs typeface="Lato"/>
                <a:sym typeface="Lato"/>
              </a:rPr>
              <a:t>To implement the chatrooms, user messages and sessions we created database models</a:t>
            </a:r>
            <a:endParaRPr sz="1600">
              <a:solidFill>
                <a:schemeClr val="dk2"/>
              </a:solidFill>
              <a:latin typeface="Lato"/>
              <a:ea typeface="Lato"/>
              <a:cs typeface="Lato"/>
              <a:sym typeface="Lato"/>
            </a:endParaRPr>
          </a:p>
          <a:p>
            <a:pPr indent="-330200" lvl="0" marL="457200" rtl="0" algn="l">
              <a:lnSpc>
                <a:spcPct val="115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Session: handles the status and activity of the session</a:t>
            </a:r>
            <a:endParaRPr sz="1600">
              <a:solidFill>
                <a:schemeClr val="dk2"/>
              </a:solidFill>
              <a:latin typeface="Lato"/>
              <a:ea typeface="Lato"/>
              <a:cs typeface="Lato"/>
              <a:sym typeface="Lato"/>
            </a:endParaRPr>
          </a:p>
        </p:txBody>
      </p:sp>
      <p:pic>
        <p:nvPicPr>
          <p:cNvPr id="592" name="Google Shape;592;p36" title="Screenshot 2026-03-01 at 12.20.17 AM.png"/>
          <p:cNvPicPr preferRelativeResize="0"/>
          <p:nvPr/>
        </p:nvPicPr>
        <p:blipFill>
          <a:blip r:embed="rId3">
            <a:alphaModFix/>
          </a:blip>
          <a:stretch>
            <a:fillRect/>
          </a:stretch>
        </p:blipFill>
        <p:spPr>
          <a:xfrm>
            <a:off x="3921300" y="1094800"/>
            <a:ext cx="4971576" cy="137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596" name="Shape 596"/>
        <p:cNvGrpSpPr/>
        <p:nvPr/>
      </p:nvGrpSpPr>
      <p:grpSpPr>
        <a:xfrm>
          <a:off x="0" y="0"/>
          <a:ext cx="0" cy="0"/>
          <a:chOff x="0" y="0"/>
          <a:chExt cx="0" cy="0"/>
        </a:xfrm>
      </p:grpSpPr>
      <p:sp>
        <p:nvSpPr>
          <p:cNvPr id="597" name="Google Shape;597;p37"/>
          <p:cNvSpPr txBox="1"/>
          <p:nvPr/>
        </p:nvSpPr>
        <p:spPr>
          <a:xfrm>
            <a:off x="318300" y="331000"/>
            <a:ext cx="5143500" cy="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chemeClr val="dk2"/>
                </a:solidFill>
                <a:highlight>
                  <a:srgbClr val="F0EEE6"/>
                </a:highlight>
                <a:latin typeface="Outfit"/>
                <a:ea typeface="Outfit"/>
                <a:cs typeface="Outfit"/>
                <a:sym typeface="Outfit"/>
              </a:rPr>
              <a:t>Chatroom Creation</a:t>
            </a:r>
            <a:endParaRPr b="1" sz="3200">
              <a:solidFill>
                <a:schemeClr val="dk2"/>
              </a:solidFill>
              <a:highlight>
                <a:srgbClr val="F0EEE6"/>
              </a:highlight>
              <a:latin typeface="Outfit"/>
              <a:ea typeface="Outfit"/>
              <a:cs typeface="Outfit"/>
              <a:sym typeface="Outfit"/>
            </a:endParaRPr>
          </a:p>
        </p:txBody>
      </p:sp>
      <p:sp>
        <p:nvSpPr>
          <p:cNvPr id="598" name="Google Shape;598;p37"/>
          <p:cNvSpPr txBox="1"/>
          <p:nvPr/>
        </p:nvSpPr>
        <p:spPr>
          <a:xfrm>
            <a:off x="178250" y="1171300"/>
            <a:ext cx="5652600" cy="3119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solidFill>
                  <a:schemeClr val="dk2"/>
                </a:solidFill>
                <a:latin typeface="Lato"/>
                <a:ea typeface="Lato"/>
                <a:cs typeface="Lato"/>
                <a:sym typeface="Lato"/>
              </a:rPr>
              <a:t>Added chatroom functionality</a:t>
            </a:r>
            <a:endParaRPr sz="1600">
              <a:solidFill>
                <a:schemeClr val="dk2"/>
              </a:solidFill>
              <a:latin typeface="Lato"/>
              <a:ea typeface="Lato"/>
              <a:cs typeface="Lato"/>
              <a:sym typeface="Lato"/>
            </a:endParaRPr>
          </a:p>
          <a:p>
            <a:pPr indent="-330200" lvl="0" marL="457200" rtl="0" algn="l">
              <a:lnSpc>
                <a:spcPct val="150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User create room from Saved Spaced tab</a:t>
            </a:r>
            <a:endParaRPr sz="1600">
              <a:solidFill>
                <a:schemeClr val="dk2"/>
              </a:solidFill>
              <a:latin typeface="Lato"/>
              <a:ea typeface="Lato"/>
              <a:cs typeface="Lato"/>
              <a:sym typeface="Lato"/>
            </a:endParaRPr>
          </a:p>
          <a:p>
            <a:pPr indent="-330200" lvl="0" marL="457200" rtl="0" algn="l">
              <a:lnSpc>
                <a:spcPct val="150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From Open as Overlay</a:t>
            </a:r>
            <a:endParaRPr sz="1600">
              <a:solidFill>
                <a:schemeClr val="dk2"/>
              </a:solidFill>
              <a:latin typeface="Lato"/>
              <a:ea typeface="Lato"/>
              <a:cs typeface="Lato"/>
              <a:sym typeface="Lato"/>
            </a:endParaRPr>
          </a:p>
          <a:p>
            <a:pPr indent="-330200" lvl="0" marL="457200" rtl="0" algn="l">
              <a:lnSpc>
                <a:spcPct val="150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Once user has filled the form they are redirected to the new chatroom</a:t>
            </a:r>
            <a:endParaRPr sz="1600">
              <a:solidFill>
                <a:schemeClr val="dk2"/>
              </a:solidFill>
              <a:latin typeface="Lato"/>
              <a:ea typeface="Lato"/>
              <a:cs typeface="Lato"/>
              <a:sym typeface="Lato"/>
            </a:endParaRPr>
          </a:p>
          <a:p>
            <a:pPr indent="-330200" lvl="0" marL="457200" rtl="0" algn="l">
              <a:lnSpc>
                <a:spcPct val="150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Public Chatrooms will also appear in Community Tabs</a:t>
            </a:r>
            <a:endParaRPr sz="1600">
              <a:solidFill>
                <a:schemeClr val="dk2"/>
              </a:solidFill>
              <a:latin typeface="Lato"/>
              <a:ea typeface="Lato"/>
              <a:cs typeface="Lato"/>
              <a:sym typeface="Lato"/>
            </a:endParaRPr>
          </a:p>
          <a:p>
            <a:pPr indent="-330200" lvl="0" marL="457200" rtl="0" algn="l">
              <a:lnSpc>
                <a:spcPct val="150000"/>
              </a:lnSpc>
              <a:spcBef>
                <a:spcPts val="0"/>
              </a:spcBef>
              <a:spcAft>
                <a:spcPts val="0"/>
              </a:spcAft>
              <a:buClr>
                <a:schemeClr val="dk2"/>
              </a:buClr>
              <a:buSzPts val="1600"/>
              <a:buFont typeface="Lato"/>
              <a:buChar char="➔"/>
            </a:pPr>
            <a:r>
              <a:rPr lang="en" sz="1600">
                <a:solidFill>
                  <a:schemeClr val="dk2"/>
                </a:solidFill>
                <a:latin typeface="Lato"/>
                <a:ea typeface="Lato"/>
                <a:cs typeface="Lato"/>
                <a:sym typeface="Lato"/>
              </a:rPr>
              <a:t>Frontend and Backend connections made to show real-time data</a:t>
            </a:r>
            <a:endParaRPr sz="1600">
              <a:solidFill>
                <a:schemeClr val="dk2"/>
              </a:solidFill>
              <a:latin typeface="Lato"/>
              <a:ea typeface="Lato"/>
              <a:cs typeface="Lato"/>
              <a:sym typeface="Lato"/>
            </a:endParaRPr>
          </a:p>
        </p:txBody>
      </p:sp>
      <p:pic>
        <p:nvPicPr>
          <p:cNvPr id="599" name="Google Shape;599;p37" title="Screenshot 2026-03-01 at 12.20.51 AM.png"/>
          <p:cNvPicPr preferRelativeResize="0"/>
          <p:nvPr/>
        </p:nvPicPr>
        <p:blipFill>
          <a:blip r:embed="rId3">
            <a:alphaModFix/>
          </a:blip>
          <a:stretch>
            <a:fillRect/>
          </a:stretch>
        </p:blipFill>
        <p:spPr>
          <a:xfrm>
            <a:off x="5525770" y="331000"/>
            <a:ext cx="3334731" cy="2240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603" name="Shape 603"/>
        <p:cNvGrpSpPr/>
        <p:nvPr/>
      </p:nvGrpSpPr>
      <p:grpSpPr>
        <a:xfrm>
          <a:off x="0" y="0"/>
          <a:ext cx="0" cy="0"/>
          <a:chOff x="0" y="0"/>
          <a:chExt cx="0" cy="0"/>
        </a:xfrm>
      </p:grpSpPr>
      <p:pic>
        <p:nvPicPr>
          <p:cNvPr id="604" name="Google Shape;604;p38" title="db1e0c7c-8035-4b8d-8429-08759c5be225.mp4">
            <a:hlinkClick r:id="rId3"/>
          </p:cNvPr>
          <p:cNvPicPr preferRelativeResize="0"/>
          <p:nvPr/>
        </p:nvPicPr>
        <p:blipFill>
          <a:blip r:embed="rId4">
            <a:alphaModFix/>
          </a:blip>
          <a:stretch>
            <a:fillRect/>
          </a:stretch>
        </p:blipFill>
        <p:spPr>
          <a:xfrm>
            <a:off x="152400" y="152400"/>
            <a:ext cx="8602132" cy="483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